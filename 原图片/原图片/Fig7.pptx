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84308A4-F14C-6530-C375-37188F70A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534" y="1327150"/>
            <a:ext cx="5604932" cy="4203699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BB1302A-E9C5-E5A1-3BC7-DAF75A715B49}"/>
              </a:ext>
            </a:extLst>
          </p:cNvPr>
          <p:cNvSpPr/>
          <p:nvPr/>
        </p:nvSpPr>
        <p:spPr>
          <a:xfrm>
            <a:off x="7277945" y="4751227"/>
            <a:ext cx="975996" cy="2324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AUC=0.816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F73C1EE-B569-A8D5-3EA4-71FBCC4EF2BE}"/>
              </a:ext>
            </a:extLst>
          </p:cNvPr>
          <p:cNvSpPr/>
          <p:nvPr/>
        </p:nvSpPr>
        <p:spPr>
          <a:xfrm>
            <a:off x="4069296" y="1896478"/>
            <a:ext cx="1166283" cy="21272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92859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3</cp:revision>
  <dcterms:created xsi:type="dcterms:W3CDTF">2023-08-09T12:44:55Z</dcterms:created>
  <dcterms:modified xsi:type="dcterms:W3CDTF">2025-07-05T06:22:45Z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