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479925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-228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9907" y="4124166"/>
            <a:ext cx="33599438" cy="8773325"/>
          </a:xfrm>
        </p:spPr>
        <p:txBody>
          <a:bodyPr anchor="b"/>
          <a:lstStyle>
            <a:lvl1pPr algn="ctr">
              <a:defRPr sz="220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9907" y="13235824"/>
            <a:ext cx="33599438" cy="6084159"/>
          </a:xfrm>
        </p:spPr>
        <p:txBody>
          <a:bodyPr/>
          <a:lstStyle>
            <a:lvl1pPr marL="0" indent="0" algn="ctr">
              <a:buNone/>
              <a:defRPr sz="8818"/>
            </a:lvl1pPr>
            <a:lvl2pPr marL="1679939" indent="0" algn="ctr">
              <a:buNone/>
              <a:defRPr sz="7349"/>
            </a:lvl2pPr>
            <a:lvl3pPr marL="3359879" indent="0" algn="ctr">
              <a:buNone/>
              <a:defRPr sz="6615"/>
            </a:lvl3pPr>
            <a:lvl4pPr marL="5039818" indent="0" algn="ctr">
              <a:buNone/>
              <a:defRPr sz="5879"/>
            </a:lvl4pPr>
            <a:lvl5pPr marL="6719759" indent="0" algn="ctr">
              <a:buNone/>
              <a:defRPr sz="5879"/>
            </a:lvl5pPr>
            <a:lvl6pPr marL="8399697" indent="0" algn="ctr">
              <a:buNone/>
              <a:defRPr sz="5879"/>
            </a:lvl6pPr>
            <a:lvl7pPr marL="10079636" indent="0" algn="ctr">
              <a:buNone/>
              <a:defRPr sz="5879"/>
            </a:lvl7pPr>
            <a:lvl8pPr marL="11759577" indent="0" algn="ctr">
              <a:buNone/>
              <a:defRPr sz="5879"/>
            </a:lvl8pPr>
            <a:lvl9pPr marL="13439515" indent="0" algn="ctr">
              <a:buNone/>
              <a:defRPr sz="587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2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27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617" y="6282497"/>
            <a:ext cx="38639353" cy="10482488"/>
          </a:xfrm>
        </p:spPr>
        <p:txBody>
          <a:bodyPr anchor="b"/>
          <a:lstStyle>
            <a:lvl1pPr>
              <a:defRPr sz="220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6617" y="16864155"/>
            <a:ext cx="38639353" cy="5512493"/>
          </a:xfrm>
        </p:spPr>
        <p:txBody>
          <a:bodyPr/>
          <a:lstStyle>
            <a:lvl1pPr marL="0" indent="0">
              <a:buNone/>
              <a:defRPr sz="8818">
                <a:solidFill>
                  <a:schemeClr val="tx1">
                    <a:tint val="75000"/>
                  </a:schemeClr>
                </a:solidFill>
              </a:defRPr>
            </a:lvl1pPr>
            <a:lvl2pPr marL="1679939" indent="0">
              <a:buNone/>
              <a:defRPr sz="7349">
                <a:solidFill>
                  <a:schemeClr val="tx1">
                    <a:tint val="75000"/>
                  </a:schemeClr>
                </a:solidFill>
              </a:defRPr>
            </a:lvl2pPr>
            <a:lvl3pPr marL="3359879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3pPr>
            <a:lvl4pPr marL="5039818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4pPr>
            <a:lvl5pPr marL="6719759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5pPr>
            <a:lvl6pPr marL="8399697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6pPr>
            <a:lvl7pPr marL="10079636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7pPr>
            <a:lvl8pPr marL="11759577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8pPr>
            <a:lvl9pPr marL="13439515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32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9950" y="6708327"/>
            <a:ext cx="19039681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9622" y="6708327"/>
            <a:ext cx="19039681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5786" y="1341667"/>
            <a:ext cx="38639353" cy="4870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5785" y="6177498"/>
            <a:ext cx="18952181" cy="3027495"/>
          </a:xfrm>
        </p:spPr>
        <p:txBody>
          <a:bodyPr anchor="b"/>
          <a:lstStyle>
            <a:lvl1pPr marL="0" indent="0">
              <a:buNone/>
              <a:defRPr sz="8818" b="1"/>
            </a:lvl1pPr>
            <a:lvl2pPr marL="1679939" indent="0">
              <a:buNone/>
              <a:defRPr sz="7349" b="1"/>
            </a:lvl2pPr>
            <a:lvl3pPr marL="3359879" indent="0">
              <a:buNone/>
              <a:defRPr sz="6615" b="1"/>
            </a:lvl3pPr>
            <a:lvl4pPr marL="5039818" indent="0">
              <a:buNone/>
              <a:defRPr sz="5879" b="1"/>
            </a:lvl4pPr>
            <a:lvl5pPr marL="6719759" indent="0">
              <a:buNone/>
              <a:defRPr sz="5879" b="1"/>
            </a:lvl5pPr>
            <a:lvl6pPr marL="8399697" indent="0">
              <a:buNone/>
              <a:defRPr sz="5879" b="1"/>
            </a:lvl6pPr>
            <a:lvl7pPr marL="10079636" indent="0">
              <a:buNone/>
              <a:defRPr sz="5879" b="1"/>
            </a:lvl7pPr>
            <a:lvl8pPr marL="11759577" indent="0">
              <a:buNone/>
              <a:defRPr sz="5879" b="1"/>
            </a:lvl8pPr>
            <a:lvl9pPr marL="13439515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5785" y="9204991"/>
            <a:ext cx="18952181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79620" y="6177498"/>
            <a:ext cx="19045516" cy="3027495"/>
          </a:xfrm>
        </p:spPr>
        <p:txBody>
          <a:bodyPr anchor="b"/>
          <a:lstStyle>
            <a:lvl1pPr marL="0" indent="0">
              <a:buNone/>
              <a:defRPr sz="8818" b="1"/>
            </a:lvl1pPr>
            <a:lvl2pPr marL="1679939" indent="0">
              <a:buNone/>
              <a:defRPr sz="7349" b="1"/>
            </a:lvl2pPr>
            <a:lvl3pPr marL="3359879" indent="0">
              <a:buNone/>
              <a:defRPr sz="6615" b="1"/>
            </a:lvl3pPr>
            <a:lvl4pPr marL="5039818" indent="0">
              <a:buNone/>
              <a:defRPr sz="5879" b="1"/>
            </a:lvl4pPr>
            <a:lvl5pPr marL="6719759" indent="0">
              <a:buNone/>
              <a:defRPr sz="5879" b="1"/>
            </a:lvl5pPr>
            <a:lvl6pPr marL="8399697" indent="0">
              <a:buNone/>
              <a:defRPr sz="5879" b="1"/>
            </a:lvl6pPr>
            <a:lvl7pPr marL="10079636" indent="0">
              <a:buNone/>
              <a:defRPr sz="5879" b="1"/>
            </a:lvl7pPr>
            <a:lvl8pPr marL="11759577" indent="0">
              <a:buNone/>
              <a:defRPr sz="5879" b="1"/>
            </a:lvl8pPr>
            <a:lvl9pPr marL="13439515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79620" y="9204991"/>
            <a:ext cx="19045516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61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40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87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5786" y="1679998"/>
            <a:ext cx="14448922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5516" y="3628331"/>
            <a:ext cx="22679620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8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5786" y="7559994"/>
            <a:ext cx="14448922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39" indent="0">
              <a:buNone/>
              <a:defRPr sz="5144"/>
            </a:lvl2pPr>
            <a:lvl3pPr marL="3359879" indent="0">
              <a:buNone/>
              <a:defRPr sz="4409"/>
            </a:lvl3pPr>
            <a:lvl4pPr marL="5039818" indent="0">
              <a:buNone/>
              <a:defRPr sz="3675"/>
            </a:lvl4pPr>
            <a:lvl5pPr marL="6719759" indent="0">
              <a:buNone/>
              <a:defRPr sz="3675"/>
            </a:lvl5pPr>
            <a:lvl6pPr marL="8399697" indent="0">
              <a:buNone/>
              <a:defRPr sz="3675"/>
            </a:lvl6pPr>
            <a:lvl7pPr marL="10079636" indent="0">
              <a:buNone/>
              <a:defRPr sz="3675"/>
            </a:lvl7pPr>
            <a:lvl8pPr marL="11759577" indent="0">
              <a:buNone/>
              <a:defRPr sz="3675"/>
            </a:lvl8pPr>
            <a:lvl9pPr marL="13439515" indent="0">
              <a:buNone/>
              <a:defRPr sz="3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6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5786" y="1679998"/>
            <a:ext cx="14448922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045516" y="3628331"/>
            <a:ext cx="22679620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39" indent="0">
              <a:buNone/>
              <a:defRPr sz="10289"/>
            </a:lvl2pPr>
            <a:lvl3pPr marL="3359879" indent="0">
              <a:buNone/>
              <a:defRPr sz="8818"/>
            </a:lvl3pPr>
            <a:lvl4pPr marL="5039818" indent="0">
              <a:buNone/>
              <a:defRPr sz="7349"/>
            </a:lvl4pPr>
            <a:lvl5pPr marL="6719759" indent="0">
              <a:buNone/>
              <a:defRPr sz="7349"/>
            </a:lvl5pPr>
            <a:lvl6pPr marL="8399697" indent="0">
              <a:buNone/>
              <a:defRPr sz="7349"/>
            </a:lvl6pPr>
            <a:lvl7pPr marL="10079636" indent="0">
              <a:buNone/>
              <a:defRPr sz="7349"/>
            </a:lvl7pPr>
            <a:lvl8pPr marL="11759577" indent="0">
              <a:buNone/>
              <a:defRPr sz="7349"/>
            </a:lvl8pPr>
            <a:lvl9pPr marL="13439515" indent="0">
              <a:buNone/>
              <a:defRPr sz="734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85786" y="7559994"/>
            <a:ext cx="14448922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39" indent="0">
              <a:buNone/>
              <a:defRPr sz="5144"/>
            </a:lvl2pPr>
            <a:lvl3pPr marL="3359879" indent="0">
              <a:buNone/>
              <a:defRPr sz="4409"/>
            </a:lvl3pPr>
            <a:lvl4pPr marL="5039818" indent="0">
              <a:buNone/>
              <a:defRPr sz="3675"/>
            </a:lvl4pPr>
            <a:lvl5pPr marL="6719759" indent="0">
              <a:buNone/>
              <a:defRPr sz="3675"/>
            </a:lvl5pPr>
            <a:lvl6pPr marL="8399697" indent="0">
              <a:buNone/>
              <a:defRPr sz="3675"/>
            </a:lvl6pPr>
            <a:lvl7pPr marL="10079636" indent="0">
              <a:buNone/>
              <a:defRPr sz="3675"/>
            </a:lvl7pPr>
            <a:lvl8pPr marL="11759577" indent="0">
              <a:buNone/>
              <a:defRPr sz="3675"/>
            </a:lvl8pPr>
            <a:lvl9pPr marL="13439515" indent="0">
              <a:buNone/>
              <a:defRPr sz="3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3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059463" y="1341665"/>
            <a:ext cx="9659839" cy="21355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9950" y="1341665"/>
            <a:ext cx="28419524" cy="213558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93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9950" y="1341667"/>
            <a:ext cx="38639353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9950" y="6708327"/>
            <a:ext cx="38639353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9950" y="23356648"/>
            <a:ext cx="1007983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AEBDF-855B-4BCF-853E-A7EED78D5CA2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839753" y="23356648"/>
            <a:ext cx="15119746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39471" y="23356648"/>
            <a:ext cx="1007983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27439-4FDF-4F2C-BD33-623118DDD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8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359879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70" indent="-839970" algn="l" defTabSz="3359879" rtl="0" eaLnBrk="1" latinLnBrk="0" hangingPunct="1">
        <a:lnSpc>
          <a:spcPct val="90000"/>
        </a:lnSpc>
        <a:spcBef>
          <a:spcPts val="3675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09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8" kern="1200">
          <a:solidFill>
            <a:schemeClr val="tx1"/>
          </a:solidFill>
          <a:latin typeface="+mn-lt"/>
          <a:ea typeface="+mn-ea"/>
          <a:cs typeface="+mn-cs"/>
        </a:defRPr>
      </a:lvl2pPr>
      <a:lvl3pPr marL="4199850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788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7559727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9239668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919606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2599546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4279486" indent="-839970" algn="l" defTabSz="3359879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79939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59879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818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19759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399697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79636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59577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515" algn="l" defTabSz="3359879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剪去左右顶角 15">
            <a:extLst>
              <a:ext uri="{FF2B5EF4-FFF2-40B4-BE49-F238E27FC236}">
                <a16:creationId xmlns:a16="http://schemas.microsoft.com/office/drawing/2014/main" id="{EF9D606A-35E8-1703-52D3-11719D751E15}"/>
              </a:ext>
            </a:extLst>
          </p:cNvPr>
          <p:cNvSpPr/>
          <p:nvPr/>
        </p:nvSpPr>
        <p:spPr>
          <a:xfrm>
            <a:off x="12201216" y="1970974"/>
            <a:ext cx="4164925" cy="694589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39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F6152C9-A9FA-DE66-1177-14A4B1DA5291}"/>
              </a:ext>
            </a:extLst>
          </p:cNvPr>
          <p:cNvSpPr/>
          <p:nvPr/>
        </p:nvSpPr>
        <p:spPr>
          <a:xfrm>
            <a:off x="17453670" y="1957567"/>
            <a:ext cx="2424327" cy="73205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9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 by Class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B25A16-A2D9-EDBE-325E-D064EB470C9F}"/>
              </a:ext>
            </a:extLst>
          </p:cNvPr>
          <p:cNvSpPr txBox="1"/>
          <p:nvPr/>
        </p:nvSpPr>
        <p:spPr>
          <a:xfrm>
            <a:off x="15584485" y="3273209"/>
            <a:ext cx="2894629" cy="46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3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≥ </a:t>
            </a:r>
            <a:r>
              <a:rPr lang="en-US" altLang="zh-CN" sz="239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k_protos</a:t>
            </a:r>
            <a:endParaRPr lang="zh-CN" altLang="en-US" sz="239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A1A1991-0716-58A3-E30E-0F6D2D667B99}"/>
              </a:ext>
            </a:extLst>
          </p:cNvPr>
          <p:cNvSpPr/>
          <p:nvPr/>
        </p:nvSpPr>
        <p:spPr>
          <a:xfrm>
            <a:off x="12842219" y="3340567"/>
            <a:ext cx="2424327" cy="7986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9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lang="en-US" altLang="zh-CN" sz="239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FE57313-04D8-83FA-592F-C5F456954853}"/>
              </a:ext>
            </a:extLst>
          </p:cNvPr>
          <p:cNvSpPr/>
          <p:nvPr/>
        </p:nvSpPr>
        <p:spPr>
          <a:xfrm>
            <a:off x="17453670" y="4396262"/>
            <a:ext cx="2424327" cy="7986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9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Imputation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322367-71E1-8286-00C3-FB711A1B78B5}"/>
              </a:ext>
            </a:extLst>
          </p:cNvPr>
          <p:cNvSpPr/>
          <p:nvPr/>
        </p:nvSpPr>
        <p:spPr>
          <a:xfrm>
            <a:off x="12201214" y="3166511"/>
            <a:ext cx="8164825" cy="2296440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0595DE7-CD0D-85FF-8955-08A6767ED2FB}"/>
              </a:ext>
            </a:extLst>
          </p:cNvPr>
          <p:cNvSpPr/>
          <p:nvPr/>
        </p:nvSpPr>
        <p:spPr>
          <a:xfrm>
            <a:off x="15071467" y="6148452"/>
            <a:ext cx="2424327" cy="5560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9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Center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764CDDE-8A05-C2B2-88CC-BA9A304E6844}"/>
                  </a:ext>
                </a:extLst>
              </p:cNvPr>
              <p:cNvSpPr/>
              <p:nvPr/>
            </p:nvSpPr>
            <p:spPr>
              <a:xfrm>
                <a:off x="14088138" y="7119124"/>
                <a:ext cx="4390979" cy="556088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397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L2 Normalization</a:t>
                </a:r>
                <a:r>
                  <a:rPr lang="zh-CN" altLang="en-US" sz="2397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397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9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397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397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d>
                      </m:e>
                      <m:sub>
                        <m:r>
                          <a:rPr lang="en-US" altLang="zh-CN" sz="239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397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397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</a:t>
                </a:r>
              </a:p>
            </p:txBody>
          </p:sp>
        </mc:Choice>
        <mc:Fallback xmlns=""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764CDDE-8A05-C2B2-88CC-BA9A304E68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8138" y="7119124"/>
                <a:ext cx="4390979" cy="556088"/>
              </a:xfrm>
              <a:prstGeom prst="roundRect">
                <a:avLst/>
              </a:prstGeom>
              <a:blipFill>
                <a:blip r:embed="rId2"/>
                <a:stretch>
                  <a:fillRect b="-15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66B5BA5-61DE-3E64-359F-50AE77570B59}"/>
              </a:ext>
            </a:extLst>
          </p:cNvPr>
          <p:cNvSpPr/>
          <p:nvPr/>
        </p:nvSpPr>
        <p:spPr>
          <a:xfrm>
            <a:off x="14540524" y="8132344"/>
            <a:ext cx="3486204" cy="55608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39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Prototypes Set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FA1E8FF-837F-358F-003A-17F2184C3C44}"/>
              </a:ext>
            </a:extLst>
          </p:cNvPr>
          <p:cNvSpPr txBox="1"/>
          <p:nvPr/>
        </p:nvSpPr>
        <p:spPr>
          <a:xfrm>
            <a:off x="10913269" y="972158"/>
            <a:ext cx="4507525" cy="46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3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Multiple Prototype</a:t>
            </a:r>
            <a:endParaRPr lang="zh-CN" altLang="en-US" sz="239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3D0023-8F2B-E211-E678-6F2F280F6EA8}"/>
              </a:ext>
            </a:extLst>
          </p:cNvPr>
          <p:cNvSpPr/>
          <p:nvPr/>
        </p:nvSpPr>
        <p:spPr>
          <a:xfrm>
            <a:off x="10663244" y="905939"/>
            <a:ext cx="12344403" cy="8170336"/>
          </a:xfrm>
          <a:prstGeom prst="rect">
            <a:avLst/>
          </a:prstGeom>
          <a:noFill/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13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14F4AF-97C7-3C08-F2D5-356D7F42CEDB}"/>
              </a:ext>
            </a:extLst>
          </p:cNvPr>
          <p:cNvSpPr txBox="1"/>
          <p:nvPr/>
        </p:nvSpPr>
        <p:spPr>
          <a:xfrm>
            <a:off x="12420013" y="2108718"/>
            <a:ext cx="3762593" cy="46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3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Set Feature Matrix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163E5F5-5F02-9CD8-5A18-F20A3052B7E3}"/>
              </a:ext>
            </a:extLst>
          </p:cNvPr>
          <p:cNvCxnSpPr>
            <a:cxnSpLocks/>
            <a:stCxn id="16" idx="0"/>
            <a:endCxn id="17" idx="1"/>
          </p:cNvCxnSpPr>
          <p:nvPr/>
        </p:nvCxnSpPr>
        <p:spPr>
          <a:xfrm>
            <a:off x="16366142" y="2318267"/>
            <a:ext cx="1087529" cy="532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666BBC0-20C6-B15B-CD47-F73B18C33A24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18665828" y="2689616"/>
            <a:ext cx="0" cy="170664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0BE6068C-8F55-065D-B7BF-3A05CD3D2889}"/>
              </a:ext>
            </a:extLst>
          </p:cNvPr>
          <p:cNvCxnSpPr>
            <a:cxnSpLocks/>
            <a:stCxn id="17" idx="2"/>
            <a:endCxn id="19" idx="3"/>
          </p:cNvCxnSpPr>
          <p:nvPr/>
        </p:nvCxnSpPr>
        <p:spPr>
          <a:xfrm rot="5400000">
            <a:off x="16441066" y="1515107"/>
            <a:ext cx="1050263" cy="3399289"/>
          </a:xfrm>
          <a:prstGeom prst="bentConnector2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28DBFC9-3047-02AD-A767-4B4BF806D91F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16283632" y="5462963"/>
            <a:ext cx="5" cy="68550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D762C77-328E-78AF-F28B-A9BB27664A62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16283623" y="6704549"/>
            <a:ext cx="5" cy="41458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DFD5EDA-EB27-5648-7649-53D212AA3A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16283622" y="7675215"/>
            <a:ext cx="0" cy="45713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4F4D490-84D3-2992-FE52-E131F1A2F4BB}"/>
              </a:ext>
            </a:extLst>
          </p:cNvPr>
          <p:cNvSpPr/>
          <p:nvPr/>
        </p:nvSpPr>
        <p:spPr>
          <a:xfrm>
            <a:off x="9664700" y="228600"/>
            <a:ext cx="14414500" cy="9652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654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32</Words>
  <Application>Microsoft Office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9</cp:revision>
  <dcterms:created xsi:type="dcterms:W3CDTF">2025-05-26T08:31:46Z</dcterms:created>
  <dcterms:modified xsi:type="dcterms:W3CDTF">2025-07-14T13:30:08Z</dcterms:modified>
</cp:coreProperties>
</file>