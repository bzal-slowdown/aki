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80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250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894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388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295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04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46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739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3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245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942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600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454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A2BEBE1-B9E0-FBC5-FCD6-2CBE5A3DF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332" y="2433188"/>
            <a:ext cx="4093503" cy="307012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85A258-4FF1-D57E-9E1D-443B53E25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541" y="2433188"/>
            <a:ext cx="4093503" cy="30701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43A091B-0150-0534-9AAF-3383D275E2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3136" y="2433188"/>
            <a:ext cx="4093503" cy="30701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D22A618-F66C-FC81-383A-929AD97B17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437" y="5507511"/>
            <a:ext cx="4093503" cy="30701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8CBA35A-1791-D965-9F44-9DA2419F4B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0032" y="5496124"/>
            <a:ext cx="4093503" cy="307012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C97F164-F25C-60DA-1F81-EFC28A50FB55}"/>
              </a:ext>
            </a:extLst>
          </p:cNvPr>
          <p:cNvSpPr/>
          <p:nvPr/>
        </p:nvSpPr>
        <p:spPr>
          <a:xfrm>
            <a:off x="1961002" y="1696598"/>
            <a:ext cx="15467682" cy="802027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596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jl z</dc:creator>
  <cp:lastModifiedBy>jl z</cp:lastModifiedBy>
  <cp:revision>4</cp:revision>
  <dcterms:created xsi:type="dcterms:W3CDTF">2023-08-09T12:44:55Z</dcterms:created>
  <dcterms:modified xsi:type="dcterms:W3CDTF">2025-07-14T13:36:09Z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2052-12.1.0.15259</vt:lpwstr>
  </property>
</Properties>
</file>