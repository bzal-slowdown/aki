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2192000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50" d="100"/>
          <a:sy n="50" d="100"/>
        </p:scale>
        <p:origin x="138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356703"/>
            <a:ext cx="10363200" cy="501340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7563446"/>
            <a:ext cx="9144000" cy="3476717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A83A3-37BD-4448-8364-52D18BC8AD0E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CB89-03EF-4A24-B6E5-909FCF7AF2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9054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A83A3-37BD-4448-8364-52D18BC8AD0E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CB89-03EF-4A24-B6E5-909FCF7AF2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512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590057"/>
            <a:ext cx="10515600" cy="5990088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9636813"/>
            <a:ext cx="10515600" cy="3150046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A83A3-37BD-4448-8364-52D18BC8AD0E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CB89-03EF-4A24-B6E5-909FCF7AF2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6381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833390"/>
            <a:ext cx="5181600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833390"/>
            <a:ext cx="5181600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A83A3-37BD-4448-8364-52D18BC8AD0E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CB89-03EF-4A24-B6E5-909FCF7AF2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160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66681"/>
            <a:ext cx="10515600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530053"/>
            <a:ext cx="5157787" cy="1730025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5260078"/>
            <a:ext cx="5157787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530053"/>
            <a:ext cx="5183188" cy="1730025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5260078"/>
            <a:ext cx="5183188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A83A3-37BD-4448-8364-52D18BC8AD0E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CB89-03EF-4A24-B6E5-909FCF7AF2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298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A83A3-37BD-4448-8364-52D18BC8AD0E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CB89-03EF-4A24-B6E5-909FCF7AF2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65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A83A3-37BD-4448-8364-52D18BC8AD0E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CB89-03EF-4A24-B6E5-909FCF7AF2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6635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60014"/>
            <a:ext cx="3932237" cy="336005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073367"/>
            <a:ext cx="6172200" cy="10233485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320064"/>
            <a:ext cx="3932237" cy="8003453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A83A3-37BD-4448-8364-52D18BC8AD0E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CB89-03EF-4A24-B6E5-909FCF7AF2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516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60014"/>
            <a:ext cx="3932237" cy="336005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073367"/>
            <a:ext cx="6172200" cy="10233485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320064"/>
            <a:ext cx="3932237" cy="8003453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A83A3-37BD-4448-8364-52D18BC8AD0E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CB89-03EF-4A24-B6E5-909FCF7AF2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6270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A83A3-37BD-4448-8364-52D18BC8AD0E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CB89-03EF-4A24-B6E5-909FCF7AF2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0367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6678"/>
            <a:ext cx="2628900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766678"/>
            <a:ext cx="7734300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A83A3-37BD-4448-8364-52D18BC8AD0E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CB89-03EF-4A24-B6E5-909FCF7AF2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9549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66681"/>
            <a:ext cx="10515600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833390"/>
            <a:ext cx="10515600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3346867"/>
            <a:ext cx="274320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A83A3-37BD-4448-8364-52D18BC8AD0E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3346867"/>
            <a:ext cx="411480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3346867"/>
            <a:ext cx="274320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5CB89-03EF-4A24-B6E5-909FCF7AF2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865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9B607576-0A34-ED86-E67B-2340C54F4EB4}"/>
              </a:ext>
            </a:extLst>
          </p:cNvPr>
          <p:cNvSpPr/>
          <p:nvPr/>
        </p:nvSpPr>
        <p:spPr>
          <a:xfrm>
            <a:off x="5116629" y="482600"/>
            <a:ext cx="2706571" cy="687939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Evaluation</a:t>
            </a:r>
            <a:endParaRPr lang="zh-CN" alt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立方体 6">
            <a:extLst>
              <a:ext uri="{FF2B5EF4-FFF2-40B4-BE49-F238E27FC236}">
                <a16:creationId xmlns:a16="http://schemas.microsoft.com/office/drawing/2014/main" id="{80A38E9E-413F-EDB6-E2B4-73D5E54B76B5}"/>
              </a:ext>
            </a:extLst>
          </p:cNvPr>
          <p:cNvSpPr/>
          <p:nvPr/>
        </p:nvSpPr>
        <p:spPr>
          <a:xfrm>
            <a:off x="4729378" y="1856456"/>
            <a:ext cx="3703320" cy="863600"/>
          </a:xfrm>
          <a:prstGeom prst="cub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Nested Cross-Validation  </a:t>
            </a:r>
          </a:p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(5-Fold Outer) 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5462802-38C4-4424-B680-357A3FB0D8F1}"/>
              </a:ext>
            </a:extLst>
          </p:cNvPr>
          <p:cNvSpPr/>
          <p:nvPr/>
        </p:nvSpPr>
        <p:spPr>
          <a:xfrm>
            <a:off x="3506269" y="3289701"/>
            <a:ext cx="1842972" cy="56896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Prototype Branch</a:t>
            </a:r>
            <a:endParaRPr lang="zh-CN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5F24FFC-949A-4E73-8EF3-217FC31FE359}"/>
              </a:ext>
            </a:extLst>
          </p:cNvPr>
          <p:cNvSpPr/>
          <p:nvPr/>
        </p:nvSpPr>
        <p:spPr>
          <a:xfrm>
            <a:off x="5553509" y="3289701"/>
            <a:ext cx="1842972" cy="56896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Tabular Branch</a:t>
            </a:r>
            <a:endParaRPr lang="zh-CN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96D0F1C-89A6-56EF-3567-643B759EFDB9}"/>
              </a:ext>
            </a:extLst>
          </p:cNvPr>
          <p:cNvSpPr/>
          <p:nvPr/>
        </p:nvSpPr>
        <p:spPr>
          <a:xfrm>
            <a:off x="7600749" y="3289701"/>
            <a:ext cx="1842972" cy="5689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Image Branch</a:t>
            </a:r>
            <a:endParaRPr lang="zh-CN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569F53B-E4B2-3624-301E-E633DC457018}"/>
              </a:ext>
            </a:extLst>
          </p:cNvPr>
          <p:cNvSpPr/>
          <p:nvPr/>
        </p:nvSpPr>
        <p:spPr>
          <a:xfrm>
            <a:off x="4816374" y="4486442"/>
            <a:ext cx="3307080" cy="102616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Ensemble Prediction</a:t>
            </a:r>
          </a:p>
          <a:p>
            <a:pPr algn="ctr"/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(Weighted Avg 1:1:1)</a:t>
            </a:r>
            <a:endParaRPr lang="zh-CN" alt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5212A50-875A-D3CD-A361-30007F619405}"/>
              </a:ext>
            </a:extLst>
          </p:cNvPr>
          <p:cNvSpPr/>
          <p:nvPr/>
        </p:nvSpPr>
        <p:spPr>
          <a:xfrm>
            <a:off x="4816374" y="6198519"/>
            <a:ext cx="3307080" cy="227721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Metrics:</a:t>
            </a:r>
          </a:p>
          <a:p>
            <a:pPr algn="ctr"/>
            <a:endParaRPr lang="en-US" altLang="zh-C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5E9B813-53C0-A0F7-FDA3-F6F88D639584}"/>
              </a:ext>
            </a:extLst>
          </p:cNvPr>
          <p:cNvSpPr txBox="1"/>
          <p:nvPr/>
        </p:nvSpPr>
        <p:spPr>
          <a:xfrm>
            <a:off x="5647822" y="6569003"/>
            <a:ext cx="16441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AUC-ROC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MCC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90063F6C-0B76-6228-12BC-6619A8C37715}"/>
              </a:ext>
            </a:extLst>
          </p:cNvPr>
          <p:cNvCxnSpPr>
            <a:cxnSpLocks/>
            <a:stCxn id="4" idx="2"/>
            <a:endCxn id="7" idx="1"/>
          </p:cNvCxnSpPr>
          <p:nvPr/>
        </p:nvCxnSpPr>
        <p:spPr>
          <a:xfrm>
            <a:off x="6469915" y="1170539"/>
            <a:ext cx="3173" cy="901817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F3170D6C-2B87-4FDA-D255-5D8590A3DE27}"/>
              </a:ext>
            </a:extLst>
          </p:cNvPr>
          <p:cNvCxnSpPr>
            <a:cxnSpLocks/>
            <a:stCxn id="7" idx="3"/>
            <a:endCxn id="11" idx="0"/>
          </p:cNvCxnSpPr>
          <p:nvPr/>
        </p:nvCxnSpPr>
        <p:spPr>
          <a:xfrm>
            <a:off x="6473088" y="2720056"/>
            <a:ext cx="1907" cy="569645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连接符: 曲线 41">
            <a:extLst>
              <a:ext uri="{FF2B5EF4-FFF2-40B4-BE49-F238E27FC236}">
                <a16:creationId xmlns:a16="http://schemas.microsoft.com/office/drawing/2014/main" id="{768D4BB3-8593-D441-D93D-F003B1BA9CE1}"/>
              </a:ext>
            </a:extLst>
          </p:cNvPr>
          <p:cNvCxnSpPr>
            <a:cxnSpLocks/>
            <a:stCxn id="7" idx="3"/>
            <a:endCxn id="8" idx="0"/>
          </p:cNvCxnSpPr>
          <p:nvPr/>
        </p:nvCxnSpPr>
        <p:spPr>
          <a:xfrm rot="5400000">
            <a:off x="5165600" y="1982212"/>
            <a:ext cx="569645" cy="2045333"/>
          </a:xfrm>
          <a:prstGeom prst="curvedConnector3">
            <a:avLst/>
          </a:prstGeom>
          <a:ln w="2857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连接符: 曲线 43">
            <a:extLst>
              <a:ext uri="{FF2B5EF4-FFF2-40B4-BE49-F238E27FC236}">
                <a16:creationId xmlns:a16="http://schemas.microsoft.com/office/drawing/2014/main" id="{31DE47D6-7031-69A3-03E5-7A507F9535F3}"/>
              </a:ext>
            </a:extLst>
          </p:cNvPr>
          <p:cNvCxnSpPr>
            <a:cxnSpLocks/>
            <a:stCxn id="7" idx="3"/>
            <a:endCxn id="12" idx="0"/>
          </p:cNvCxnSpPr>
          <p:nvPr/>
        </p:nvCxnSpPr>
        <p:spPr>
          <a:xfrm rot="16200000" flipH="1">
            <a:off x="7212839" y="1980304"/>
            <a:ext cx="569645" cy="2049147"/>
          </a:xfrm>
          <a:prstGeom prst="curvedConnector3">
            <a:avLst>
              <a:gd name="adj1" fmla="val 50000"/>
            </a:avLst>
          </a:prstGeom>
          <a:ln w="2857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连接符: 曲线 46">
            <a:extLst>
              <a:ext uri="{FF2B5EF4-FFF2-40B4-BE49-F238E27FC236}">
                <a16:creationId xmlns:a16="http://schemas.microsoft.com/office/drawing/2014/main" id="{802AED8F-74A4-DB78-9420-CB91B1842980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 rot="16200000" flipH="1">
            <a:off x="5134944" y="3151471"/>
            <a:ext cx="627781" cy="2042159"/>
          </a:xfrm>
          <a:prstGeom prst="curvedConnector3">
            <a:avLst>
              <a:gd name="adj1" fmla="val 50000"/>
            </a:avLst>
          </a:prstGeom>
          <a:ln w="28575">
            <a:solidFill>
              <a:schemeClr val="accent5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连接符: 曲线 49">
            <a:extLst>
              <a:ext uri="{FF2B5EF4-FFF2-40B4-BE49-F238E27FC236}">
                <a16:creationId xmlns:a16="http://schemas.microsoft.com/office/drawing/2014/main" id="{56B0BAE8-9B49-60D4-71FD-CA174921A3BA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rot="5400000">
            <a:off x="7182185" y="3146391"/>
            <a:ext cx="627781" cy="2052321"/>
          </a:xfrm>
          <a:prstGeom prst="curvedConnector3">
            <a:avLst>
              <a:gd name="adj1" fmla="val 50000"/>
            </a:avLst>
          </a:prstGeom>
          <a:ln w="28575">
            <a:solidFill>
              <a:schemeClr val="accent5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E9F4D47D-7400-6436-9A58-5073E1B3634E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 flipH="1">
            <a:off x="6469914" y="3858661"/>
            <a:ext cx="5081" cy="627781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08B9737E-502F-FAC8-3687-52FD876D6886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6469914" y="5512602"/>
            <a:ext cx="0" cy="685917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7C24E833-1CEB-DAEC-4339-10F8B63A7FB3}"/>
              </a:ext>
            </a:extLst>
          </p:cNvPr>
          <p:cNvSpPr/>
          <p:nvPr/>
        </p:nvSpPr>
        <p:spPr>
          <a:xfrm>
            <a:off x="2908300" y="88900"/>
            <a:ext cx="7188200" cy="93726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3557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24</TotalTime>
  <Words>35</Words>
  <Application>Microsoft Office PowerPoint</Application>
  <PresentationFormat>自定义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jl z</dc:creator>
  <cp:lastModifiedBy>jl z</cp:lastModifiedBy>
  <cp:revision>7</cp:revision>
  <dcterms:created xsi:type="dcterms:W3CDTF">2025-06-04T12:43:59Z</dcterms:created>
  <dcterms:modified xsi:type="dcterms:W3CDTF">2025-07-14T13:32:30Z</dcterms:modified>
</cp:coreProperties>
</file>