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300" d="100"/>
          <a:sy n="300" d="100"/>
        </p:scale>
        <p:origin x="-1512" y="-99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67462"/>
            <a:ext cx="10363200" cy="37599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72376"/>
            <a:ext cx="9144000" cy="260744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140A-B0C6-4921-87E6-00CAF89A7E06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3C4D1-F0FB-40D8-85C8-7485D36E0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01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140A-B0C6-4921-87E6-00CAF89A7E06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3C4D1-F0FB-40D8-85C8-7485D36E0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44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92444"/>
            <a:ext cx="10515600" cy="449240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227345"/>
            <a:ext cx="10515600" cy="236244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140A-B0C6-4921-87E6-00CAF89A7E06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3C4D1-F0FB-40D8-85C8-7485D36E0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59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874937"/>
            <a:ext cx="5181600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874937"/>
            <a:ext cx="5181600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140A-B0C6-4921-87E6-00CAF89A7E06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3C4D1-F0FB-40D8-85C8-7485D36E0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44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4990"/>
            <a:ext cx="10515600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47443"/>
            <a:ext cx="5157787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944914"/>
            <a:ext cx="5157787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47443"/>
            <a:ext cx="5183188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944914"/>
            <a:ext cx="5183188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140A-B0C6-4921-87E6-00CAF89A7E06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3C4D1-F0FB-40D8-85C8-7485D36E0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83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140A-B0C6-4921-87E6-00CAF89A7E06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3C4D1-F0FB-40D8-85C8-7485D36E0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90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140A-B0C6-4921-87E6-00CAF89A7E06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3C4D1-F0FB-40D8-85C8-7485D36E0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848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54968"/>
            <a:ext cx="6172200" cy="767483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140A-B0C6-4921-87E6-00CAF89A7E06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3C4D1-F0FB-40D8-85C8-7485D36E0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266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54968"/>
            <a:ext cx="6172200" cy="767483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140A-B0C6-4921-87E6-00CAF89A7E06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3C4D1-F0FB-40D8-85C8-7485D36E0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972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140A-B0C6-4921-87E6-00CAF89A7E06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3C4D1-F0FB-40D8-85C8-7485D36E0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73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74987"/>
            <a:ext cx="2628900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74987"/>
            <a:ext cx="7734300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140A-B0C6-4921-87E6-00CAF89A7E06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3C4D1-F0FB-40D8-85C8-7485D36E0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28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74990"/>
            <a:ext cx="1051560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874937"/>
            <a:ext cx="1051560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9140A-B0C6-4921-87E6-00CAF89A7E06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009783"/>
            <a:ext cx="41148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3C4D1-F0FB-40D8-85C8-7485D36E0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985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0FFE00C-BD9E-3CEB-6967-721E0EC868CC}"/>
              </a:ext>
            </a:extLst>
          </p:cNvPr>
          <p:cNvSpPr/>
          <p:nvPr/>
        </p:nvSpPr>
        <p:spPr>
          <a:xfrm>
            <a:off x="2512483" y="1418624"/>
            <a:ext cx="8983134" cy="529755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DA2D89-8087-BA1D-DF5B-C7AF5919595F}"/>
              </a:ext>
            </a:extLst>
          </p:cNvPr>
          <p:cNvSpPr txBox="1"/>
          <p:nvPr/>
        </p:nvSpPr>
        <p:spPr>
          <a:xfrm>
            <a:off x="3846183" y="819204"/>
            <a:ext cx="7591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(mean |SHAP| value)</a:t>
            </a:r>
            <a:endParaRPr lang="zh-C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88EC9D-E40B-DF79-3AEA-1F6A734175CD}"/>
              </a:ext>
            </a:extLst>
          </p:cNvPr>
          <p:cNvSpPr txBox="1"/>
          <p:nvPr/>
        </p:nvSpPr>
        <p:spPr>
          <a:xfrm>
            <a:off x="1280783" y="1664101"/>
            <a:ext cx="1437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Creatinine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51BE52-38D4-40D3-06A3-33D6CA7A1D4B}"/>
              </a:ext>
            </a:extLst>
          </p:cNvPr>
          <p:cNvSpPr txBox="1"/>
          <p:nvPr/>
        </p:nvSpPr>
        <p:spPr>
          <a:xfrm>
            <a:off x="822900" y="1193169"/>
            <a:ext cx="1671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(preoperative)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4A5E0A-7B7F-250B-5EC0-5F0251B02F9F}"/>
              </a:ext>
            </a:extLst>
          </p:cNvPr>
          <p:cNvSpPr txBox="1"/>
          <p:nvPr/>
        </p:nvSpPr>
        <p:spPr>
          <a:xfrm>
            <a:off x="1916741" y="2135033"/>
            <a:ext cx="1437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B00F07-077E-AE98-11E5-7C3A0DE96DC0}"/>
              </a:ext>
            </a:extLst>
          </p:cNvPr>
          <p:cNvSpPr txBox="1"/>
          <p:nvPr/>
        </p:nvSpPr>
        <p:spPr>
          <a:xfrm>
            <a:off x="1585582" y="2600395"/>
            <a:ext cx="1437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Lactate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FF3C1F-52F7-859E-9447-FA0BC1684C29}"/>
              </a:ext>
            </a:extLst>
          </p:cNvPr>
          <p:cNvSpPr txBox="1"/>
          <p:nvPr/>
        </p:nvSpPr>
        <p:spPr>
          <a:xfrm>
            <a:off x="1838523" y="3080787"/>
            <a:ext cx="1437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C009AC-C81B-A524-0DD7-D1A1D197384F}"/>
              </a:ext>
            </a:extLst>
          </p:cNvPr>
          <p:cNvSpPr txBox="1"/>
          <p:nvPr/>
        </p:nvSpPr>
        <p:spPr>
          <a:xfrm>
            <a:off x="552450" y="3548609"/>
            <a:ext cx="2165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blood cells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E3B04E-2653-B480-DCC7-C14A3CB5F33F}"/>
              </a:ext>
            </a:extLst>
          </p:cNvPr>
          <p:cNvSpPr txBox="1"/>
          <p:nvPr/>
        </p:nvSpPr>
        <p:spPr>
          <a:xfrm>
            <a:off x="311150" y="4013191"/>
            <a:ext cx="2374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urea nitrogen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415CC0-ED24-74CF-59AC-3CBE80C3C7CD}"/>
              </a:ext>
            </a:extLst>
          </p:cNvPr>
          <p:cNvSpPr txBox="1"/>
          <p:nvPr/>
        </p:nvSpPr>
        <p:spPr>
          <a:xfrm>
            <a:off x="1155701" y="4470643"/>
            <a:ext cx="1562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Neutrophils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13964E-709A-F693-8520-6C67C4707D81}"/>
              </a:ext>
            </a:extLst>
          </p:cNvPr>
          <p:cNvSpPr txBox="1"/>
          <p:nvPr/>
        </p:nvSpPr>
        <p:spPr>
          <a:xfrm>
            <a:off x="901701" y="4928875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glucose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E585077-9FB4-88A6-D851-D43E8AE1A676}"/>
              </a:ext>
            </a:extLst>
          </p:cNvPr>
          <p:cNvSpPr txBox="1"/>
          <p:nvPr/>
        </p:nvSpPr>
        <p:spPr>
          <a:xfrm>
            <a:off x="1001384" y="5374407"/>
            <a:ext cx="175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Hypertension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6640E3-7DD8-BFDE-A120-01B112F81237}"/>
              </a:ext>
            </a:extLst>
          </p:cNvPr>
          <p:cNvSpPr txBox="1"/>
          <p:nvPr/>
        </p:nvSpPr>
        <p:spPr>
          <a:xfrm>
            <a:off x="1476575" y="5819939"/>
            <a:ext cx="1437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3F787E-9022-0C64-B853-25BB7A5B55FD}"/>
              </a:ext>
            </a:extLst>
          </p:cNvPr>
          <p:cNvSpPr txBox="1"/>
          <p:nvPr/>
        </p:nvSpPr>
        <p:spPr>
          <a:xfrm>
            <a:off x="799042" y="6240071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Solitary kidney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134619-FFE5-E115-3D0A-AE131F361986}"/>
              </a:ext>
            </a:extLst>
          </p:cNvPr>
          <p:cNvSpPr/>
          <p:nvPr/>
        </p:nvSpPr>
        <p:spPr>
          <a:xfrm>
            <a:off x="2518834" y="1700828"/>
            <a:ext cx="7630582" cy="363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D038845F-46E4-8417-B9A1-E0FEE75FFFE6}"/>
              </a:ext>
            </a:extLst>
          </p:cNvPr>
          <p:cNvCxnSpPr>
            <a:cxnSpLocks/>
          </p:cNvCxnSpPr>
          <p:nvPr/>
        </p:nvCxnSpPr>
        <p:spPr>
          <a:xfrm>
            <a:off x="4038599" y="6539442"/>
            <a:ext cx="0" cy="188755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1E30E68C-6BFD-EA04-9989-280F5771E5C0}"/>
              </a:ext>
            </a:extLst>
          </p:cNvPr>
          <p:cNvCxnSpPr>
            <a:cxnSpLocks/>
          </p:cNvCxnSpPr>
          <p:nvPr/>
        </p:nvCxnSpPr>
        <p:spPr>
          <a:xfrm>
            <a:off x="5564714" y="6539442"/>
            <a:ext cx="0" cy="176741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9B95373C-FF32-7F71-7BC5-351E5E32A297}"/>
              </a:ext>
            </a:extLst>
          </p:cNvPr>
          <p:cNvCxnSpPr>
            <a:cxnSpLocks/>
          </p:cNvCxnSpPr>
          <p:nvPr/>
        </p:nvCxnSpPr>
        <p:spPr>
          <a:xfrm>
            <a:off x="7090828" y="6539442"/>
            <a:ext cx="0" cy="188755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6C93785-56A8-BECB-E809-C4E9DB18059B}"/>
              </a:ext>
            </a:extLst>
          </p:cNvPr>
          <p:cNvCxnSpPr>
            <a:cxnSpLocks/>
          </p:cNvCxnSpPr>
          <p:nvPr/>
        </p:nvCxnSpPr>
        <p:spPr>
          <a:xfrm flipH="1">
            <a:off x="8616934" y="6539442"/>
            <a:ext cx="7" cy="188755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D418DF11-E4E1-BFBD-CD84-9F55825AE679}"/>
              </a:ext>
            </a:extLst>
          </p:cNvPr>
          <p:cNvCxnSpPr>
            <a:cxnSpLocks/>
          </p:cNvCxnSpPr>
          <p:nvPr/>
        </p:nvCxnSpPr>
        <p:spPr>
          <a:xfrm flipH="1">
            <a:off x="10143046" y="6539442"/>
            <a:ext cx="3" cy="176741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F9A8EB7D-AB0F-A0BC-1F01-CB0377633032}"/>
              </a:ext>
            </a:extLst>
          </p:cNvPr>
          <p:cNvSpPr/>
          <p:nvPr/>
        </p:nvSpPr>
        <p:spPr>
          <a:xfrm>
            <a:off x="2518832" y="2156315"/>
            <a:ext cx="5882218" cy="363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83CACAC-12BA-6E36-0576-97FF0F12371D}"/>
              </a:ext>
            </a:extLst>
          </p:cNvPr>
          <p:cNvSpPr/>
          <p:nvPr/>
        </p:nvSpPr>
        <p:spPr>
          <a:xfrm>
            <a:off x="2521906" y="2633909"/>
            <a:ext cx="5561644" cy="363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D5A235E-5594-1AF1-CCEC-6D8A2B45176D}"/>
              </a:ext>
            </a:extLst>
          </p:cNvPr>
          <p:cNvSpPr/>
          <p:nvPr/>
        </p:nvSpPr>
        <p:spPr>
          <a:xfrm>
            <a:off x="2521906" y="3092801"/>
            <a:ext cx="3180394" cy="363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2B7E9DD-AB23-3984-A46D-E32D0CB0B455}"/>
              </a:ext>
            </a:extLst>
          </p:cNvPr>
          <p:cNvSpPr/>
          <p:nvPr/>
        </p:nvSpPr>
        <p:spPr>
          <a:xfrm>
            <a:off x="2528256" y="3570551"/>
            <a:ext cx="1526117" cy="363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56DB53F-2A45-969E-6388-6E72F92895C9}"/>
              </a:ext>
            </a:extLst>
          </p:cNvPr>
          <p:cNvSpPr/>
          <p:nvPr/>
        </p:nvSpPr>
        <p:spPr>
          <a:xfrm>
            <a:off x="2528256" y="4029938"/>
            <a:ext cx="1357743" cy="363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A215A97-1046-CEF2-A65B-A49CD1875B50}"/>
              </a:ext>
            </a:extLst>
          </p:cNvPr>
          <p:cNvSpPr/>
          <p:nvPr/>
        </p:nvSpPr>
        <p:spPr>
          <a:xfrm>
            <a:off x="2521905" y="4486268"/>
            <a:ext cx="1357743" cy="363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DD85872-CAAA-5E90-D30B-3549153C1E75}"/>
              </a:ext>
            </a:extLst>
          </p:cNvPr>
          <p:cNvSpPr/>
          <p:nvPr/>
        </p:nvSpPr>
        <p:spPr>
          <a:xfrm>
            <a:off x="2521905" y="4943719"/>
            <a:ext cx="646745" cy="363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B854B77-0678-6366-5D18-F5A326169C3F}"/>
              </a:ext>
            </a:extLst>
          </p:cNvPr>
          <p:cNvSpPr/>
          <p:nvPr/>
        </p:nvSpPr>
        <p:spPr>
          <a:xfrm>
            <a:off x="2527192" y="5403012"/>
            <a:ext cx="349358" cy="363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3852756-86A4-3A93-DD97-BDF73A3B6FCE}"/>
              </a:ext>
            </a:extLst>
          </p:cNvPr>
          <p:cNvSpPr/>
          <p:nvPr/>
        </p:nvSpPr>
        <p:spPr>
          <a:xfrm>
            <a:off x="2530420" y="5863328"/>
            <a:ext cx="174678" cy="363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DEEBFAA-34D1-F2C8-02B0-C131B8D05F77}"/>
              </a:ext>
            </a:extLst>
          </p:cNvPr>
          <p:cNvSpPr/>
          <p:nvPr/>
        </p:nvSpPr>
        <p:spPr>
          <a:xfrm>
            <a:off x="2527192" y="6296820"/>
            <a:ext cx="61648" cy="363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7870446-9B93-0BEE-137A-68E63A06612E}"/>
              </a:ext>
            </a:extLst>
          </p:cNvPr>
          <p:cNvSpPr txBox="1"/>
          <p:nvPr/>
        </p:nvSpPr>
        <p:spPr>
          <a:xfrm>
            <a:off x="2280706" y="6759572"/>
            <a:ext cx="501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FD57D74-0DA6-9811-3907-33A90B7DEA8F}"/>
              </a:ext>
            </a:extLst>
          </p:cNvPr>
          <p:cNvSpPr txBox="1"/>
          <p:nvPr/>
        </p:nvSpPr>
        <p:spPr>
          <a:xfrm>
            <a:off x="3787212" y="6759572"/>
            <a:ext cx="501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EB0287B-866E-E0DC-E046-B01F13673952}"/>
              </a:ext>
            </a:extLst>
          </p:cNvPr>
          <p:cNvSpPr txBox="1"/>
          <p:nvPr/>
        </p:nvSpPr>
        <p:spPr>
          <a:xfrm>
            <a:off x="5320236" y="6761605"/>
            <a:ext cx="501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07362F4-6357-6007-EC53-CF455C1FF2B8}"/>
              </a:ext>
            </a:extLst>
          </p:cNvPr>
          <p:cNvSpPr txBox="1"/>
          <p:nvPr/>
        </p:nvSpPr>
        <p:spPr>
          <a:xfrm>
            <a:off x="6840001" y="6761605"/>
            <a:ext cx="501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5A6176F-FBA6-8A9E-E1D4-DBD458F441A8}"/>
              </a:ext>
            </a:extLst>
          </p:cNvPr>
          <p:cNvSpPr txBox="1"/>
          <p:nvPr/>
        </p:nvSpPr>
        <p:spPr>
          <a:xfrm>
            <a:off x="8366117" y="6761605"/>
            <a:ext cx="501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DBBBF4F7-B05E-EF44-6D0C-61806DD1CA7E}"/>
              </a:ext>
            </a:extLst>
          </p:cNvPr>
          <p:cNvSpPr txBox="1"/>
          <p:nvPr/>
        </p:nvSpPr>
        <p:spPr>
          <a:xfrm>
            <a:off x="9898586" y="6761605"/>
            <a:ext cx="501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7CD818A-885A-30A3-BCA9-EFDE28684A84}"/>
              </a:ext>
            </a:extLst>
          </p:cNvPr>
          <p:cNvSpPr txBox="1"/>
          <p:nvPr/>
        </p:nvSpPr>
        <p:spPr>
          <a:xfrm>
            <a:off x="5459941" y="7128904"/>
            <a:ext cx="3016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influence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320A25-6692-998C-4A7A-018141A8AB20}"/>
              </a:ext>
            </a:extLst>
          </p:cNvPr>
          <p:cNvSpPr/>
          <p:nvPr/>
        </p:nvSpPr>
        <p:spPr>
          <a:xfrm>
            <a:off x="0" y="571500"/>
            <a:ext cx="12192000" cy="741997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63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</TotalTime>
  <Words>37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jl z</dc:creator>
  <cp:lastModifiedBy>jl z</cp:lastModifiedBy>
  <cp:revision>11</cp:revision>
  <dcterms:created xsi:type="dcterms:W3CDTF">2025-06-19T08:22:35Z</dcterms:created>
  <dcterms:modified xsi:type="dcterms:W3CDTF">2025-07-14T13:44:12Z</dcterms:modified>
</cp:coreProperties>
</file>