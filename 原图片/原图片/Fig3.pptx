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8" r:id="rId1"/>
  </p:sldMasterIdLst>
  <p:notesMasterIdLst>
    <p:notesMasterId r:id="rId3"/>
  </p:notesMasterIdLst>
  <p:sldIdLst>
    <p:sldId id="257" r:id="rId2"/>
  </p:sldIdLst>
  <p:sldSz cx="18000663" cy="16200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70C0"/>
    <a:srgbClr val="A5B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44" d="100"/>
          <a:sy n="44" d="100"/>
        </p:scale>
        <p:origin x="828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FDE9E-BBD8-4730-AEF6-28E05AAFA5FD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1143000"/>
            <a:ext cx="342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42E7C-A944-47C3-8E53-80D8E7F21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1pPr>
    <a:lvl2pPr marL="585092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2pPr>
    <a:lvl3pPr marL="1170186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3pPr>
    <a:lvl4pPr marL="1755278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4pPr>
    <a:lvl5pPr marL="2340372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5pPr>
    <a:lvl6pPr marL="2925464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6pPr>
    <a:lvl7pPr marL="3510558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7pPr>
    <a:lvl8pPr marL="4095649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8pPr>
    <a:lvl9pPr marL="4680743" algn="l" defTabSz="1170186" rtl="0" eaLnBrk="1" latinLnBrk="0" hangingPunct="1">
      <a:defRPr sz="15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651323"/>
            <a:ext cx="15300564" cy="5640152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8508981"/>
            <a:ext cx="13500497" cy="3911355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31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8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038864"/>
            <a:ext cx="15525572" cy="6738931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0841548"/>
            <a:ext cx="15525572" cy="3543845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80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312617"/>
            <a:ext cx="7650282" cy="102790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312617"/>
            <a:ext cx="7650282" cy="102790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71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862527"/>
            <a:ext cx="15525572" cy="31313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3971359"/>
            <a:ext cx="7615123" cy="194630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5917660"/>
            <a:ext cx="7615123" cy="870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3971359"/>
            <a:ext cx="7652626" cy="194630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5917660"/>
            <a:ext cx="7652626" cy="870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40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93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64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080029"/>
            <a:ext cx="5805682" cy="3780102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332567"/>
            <a:ext cx="9112836" cy="11512811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860131"/>
            <a:ext cx="5805682" cy="900399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1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080029"/>
            <a:ext cx="5805682" cy="3780102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332567"/>
            <a:ext cx="9112836" cy="11512811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860131"/>
            <a:ext cx="5805682" cy="900399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23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862524"/>
            <a:ext cx="3881393" cy="137291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862524"/>
            <a:ext cx="11419171" cy="137291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5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862527"/>
            <a:ext cx="15525572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312617"/>
            <a:ext cx="15525572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5015410"/>
            <a:ext cx="405014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09BE2-6A26-4A30-92D2-8D1175F56A6B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5015410"/>
            <a:ext cx="6075224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5015410"/>
            <a:ext cx="405014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2BAE4-0558-413C-A91B-5DC6358A7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53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: 剪去左右顶角 173">
            <a:extLst>
              <a:ext uri="{FF2B5EF4-FFF2-40B4-BE49-F238E27FC236}">
                <a16:creationId xmlns:a16="http://schemas.microsoft.com/office/drawing/2014/main" id="{B0362EC9-1510-AFFF-35E4-D8FE620AB79D}"/>
              </a:ext>
            </a:extLst>
          </p:cNvPr>
          <p:cNvSpPr/>
          <p:nvPr/>
        </p:nvSpPr>
        <p:spPr>
          <a:xfrm>
            <a:off x="9533840" y="14137051"/>
            <a:ext cx="2685732" cy="730293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020325AC-062B-0E22-B048-3597F9C24535}"/>
              </a:ext>
            </a:extLst>
          </p:cNvPr>
          <p:cNvSpPr/>
          <p:nvPr/>
        </p:nvSpPr>
        <p:spPr>
          <a:xfrm>
            <a:off x="12645466" y="4116697"/>
            <a:ext cx="3302001" cy="7143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F4ED312A-8085-8A79-B893-BEC43E70034F}"/>
              </a:ext>
            </a:extLst>
          </p:cNvPr>
          <p:cNvSpPr/>
          <p:nvPr/>
        </p:nvSpPr>
        <p:spPr>
          <a:xfrm>
            <a:off x="5234338" y="5322913"/>
            <a:ext cx="4565241" cy="72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Sigmoid Gating Mechanism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7F9CBEC3-2290-06C7-8524-C7BBB4C416C9}"/>
              </a:ext>
            </a:extLst>
          </p:cNvPr>
          <p:cNvCxnSpPr>
            <a:cxnSpLocks/>
          </p:cNvCxnSpPr>
          <p:nvPr/>
        </p:nvCxnSpPr>
        <p:spPr>
          <a:xfrm rot="16200000">
            <a:off x="5432626" y="5694669"/>
            <a:ext cx="432000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9B3E9F9-5CAE-FB4B-1F95-317724526DEA}"/>
              </a:ext>
            </a:extLst>
          </p:cNvPr>
          <p:cNvSpPr/>
          <p:nvPr/>
        </p:nvSpPr>
        <p:spPr>
          <a:xfrm>
            <a:off x="5794915" y="7712075"/>
            <a:ext cx="3431231" cy="71887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Concatenation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364E5-2E2D-AAC9-C21A-CEF256ACD5A0}"/>
              </a:ext>
            </a:extLst>
          </p:cNvPr>
          <p:cNvSpPr/>
          <p:nvPr/>
        </p:nvSpPr>
        <p:spPr>
          <a:xfrm>
            <a:off x="2780596" y="9286047"/>
            <a:ext cx="4461535" cy="437197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DE2C42-0A22-A0FD-D1F5-51CBAEAEBEFF}"/>
              </a:ext>
            </a:extLst>
          </p:cNvPr>
          <p:cNvSpPr/>
          <p:nvPr/>
        </p:nvSpPr>
        <p:spPr>
          <a:xfrm>
            <a:off x="8627663" y="10051631"/>
            <a:ext cx="4461535" cy="29588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剪去左右顶角 5">
            <a:extLst>
              <a:ext uri="{FF2B5EF4-FFF2-40B4-BE49-F238E27FC236}">
                <a16:creationId xmlns:a16="http://schemas.microsoft.com/office/drawing/2014/main" id="{AD5DF55F-3F48-D9E4-40EE-B334F0BEDC0C}"/>
              </a:ext>
            </a:extLst>
          </p:cNvPr>
          <p:cNvSpPr/>
          <p:nvPr/>
        </p:nvSpPr>
        <p:spPr>
          <a:xfrm>
            <a:off x="3602995" y="14125752"/>
            <a:ext cx="2685732" cy="730293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CDE029-FAB7-0550-3083-C40ACD3FF9E0}"/>
              </a:ext>
            </a:extLst>
          </p:cNvPr>
          <p:cNvSpPr/>
          <p:nvPr/>
        </p:nvSpPr>
        <p:spPr>
          <a:xfrm>
            <a:off x="1429698" y="13962013"/>
            <a:ext cx="13969846" cy="111048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7EB43C-16AB-14F7-3C52-99DDE75F69C1}"/>
              </a:ext>
            </a:extLst>
          </p:cNvPr>
          <p:cNvSpPr txBox="1"/>
          <p:nvPr/>
        </p:nvSpPr>
        <p:spPr>
          <a:xfrm>
            <a:off x="1588096" y="14008430"/>
            <a:ext cx="1856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B4244F-F7B7-7F54-2C2F-3524F3363755}"/>
              </a:ext>
            </a:extLst>
          </p:cNvPr>
          <p:cNvSpPr/>
          <p:nvPr/>
        </p:nvSpPr>
        <p:spPr>
          <a:xfrm>
            <a:off x="5866038" y="11573850"/>
            <a:ext cx="252000" cy="252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FF505B-23BA-814A-4FDB-B7413FECD23D}"/>
              </a:ext>
            </a:extLst>
          </p:cNvPr>
          <p:cNvSpPr/>
          <p:nvPr/>
        </p:nvSpPr>
        <p:spPr>
          <a:xfrm>
            <a:off x="5857151" y="11007748"/>
            <a:ext cx="252000" cy="25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9DD209-7A85-2203-72A3-E2696B08871A}"/>
              </a:ext>
            </a:extLst>
          </p:cNvPr>
          <p:cNvSpPr/>
          <p:nvPr/>
        </p:nvSpPr>
        <p:spPr>
          <a:xfrm>
            <a:off x="5866038" y="11925705"/>
            <a:ext cx="252000" cy="25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BFC4ABA-1065-B70B-359F-E1FF4ED81FE7}"/>
              </a:ext>
            </a:extLst>
          </p:cNvPr>
          <p:cNvSpPr/>
          <p:nvPr/>
        </p:nvSpPr>
        <p:spPr>
          <a:xfrm>
            <a:off x="5866038" y="12267553"/>
            <a:ext cx="252000" cy="25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55C5BD-0619-E4AD-0D9A-56B9447ED774}"/>
              </a:ext>
            </a:extLst>
          </p:cNvPr>
          <p:cNvSpPr txBox="1"/>
          <p:nvPr/>
        </p:nvSpPr>
        <p:spPr>
          <a:xfrm rot="5400000">
            <a:off x="5872672" y="11201011"/>
            <a:ext cx="365280" cy="39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左大括号 30">
            <a:extLst>
              <a:ext uri="{FF2B5EF4-FFF2-40B4-BE49-F238E27FC236}">
                <a16:creationId xmlns:a16="http://schemas.microsoft.com/office/drawing/2014/main" id="{F1197B0D-BCC6-2B69-26DB-5CCD02316115}"/>
              </a:ext>
            </a:extLst>
          </p:cNvPr>
          <p:cNvSpPr/>
          <p:nvPr/>
        </p:nvSpPr>
        <p:spPr>
          <a:xfrm rot="5400000">
            <a:off x="4724407" y="9237333"/>
            <a:ext cx="365278" cy="2898917"/>
          </a:xfrm>
          <a:prstGeom prst="leftBrace">
            <a:avLst>
              <a:gd name="adj1" fmla="val 53129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6662CE-91E2-6069-FA60-E00BCE097E52}"/>
              </a:ext>
            </a:extLst>
          </p:cNvPr>
          <p:cNvSpPr/>
          <p:nvPr/>
        </p:nvSpPr>
        <p:spPr>
          <a:xfrm>
            <a:off x="3071294" y="9911225"/>
            <a:ext cx="3908408" cy="284134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1D95061-8E63-AA8B-42AD-ACCB934A9062}"/>
              </a:ext>
            </a:extLst>
          </p:cNvPr>
          <p:cNvSpPr/>
          <p:nvPr/>
        </p:nvSpPr>
        <p:spPr>
          <a:xfrm>
            <a:off x="3816530" y="10025578"/>
            <a:ext cx="2181034" cy="4286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2048-D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左大括号 53">
            <a:extLst>
              <a:ext uri="{FF2B5EF4-FFF2-40B4-BE49-F238E27FC236}">
                <a16:creationId xmlns:a16="http://schemas.microsoft.com/office/drawing/2014/main" id="{A328A4CA-DCCD-2D40-6E0B-243925BA89D5}"/>
              </a:ext>
            </a:extLst>
          </p:cNvPr>
          <p:cNvSpPr/>
          <p:nvPr/>
        </p:nvSpPr>
        <p:spPr>
          <a:xfrm rot="5400000">
            <a:off x="10743037" y="10038918"/>
            <a:ext cx="387328" cy="2627014"/>
          </a:xfrm>
          <a:prstGeom prst="leftBrace">
            <a:avLst>
              <a:gd name="adj1" fmla="val 53064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B63FF05-5596-7802-D726-8787E2A9A180}"/>
              </a:ext>
            </a:extLst>
          </p:cNvPr>
          <p:cNvSpPr/>
          <p:nvPr/>
        </p:nvSpPr>
        <p:spPr>
          <a:xfrm>
            <a:off x="8909605" y="10589095"/>
            <a:ext cx="3908408" cy="137088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A632BF7-738A-9DB0-5C3A-5869E09061F6}"/>
              </a:ext>
            </a:extLst>
          </p:cNvPr>
          <p:cNvSpPr/>
          <p:nvPr/>
        </p:nvSpPr>
        <p:spPr>
          <a:xfrm>
            <a:off x="9807984" y="10695283"/>
            <a:ext cx="2181034" cy="4286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128-D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B97C67D-7250-8576-E633-49147385CBBD}"/>
              </a:ext>
            </a:extLst>
          </p:cNvPr>
          <p:cNvSpPr/>
          <p:nvPr/>
        </p:nvSpPr>
        <p:spPr>
          <a:xfrm>
            <a:off x="10619093" y="11615659"/>
            <a:ext cx="252000" cy="252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11F253B-C863-2528-740C-FF86F56456AB}"/>
              </a:ext>
            </a:extLst>
          </p:cNvPr>
          <p:cNvSpPr/>
          <p:nvPr/>
        </p:nvSpPr>
        <p:spPr>
          <a:xfrm>
            <a:off x="9807984" y="11619973"/>
            <a:ext cx="252000" cy="25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E9CC6D1-B041-A85B-9878-7FB2258CAD4C}"/>
              </a:ext>
            </a:extLst>
          </p:cNvPr>
          <p:cNvSpPr/>
          <p:nvPr/>
        </p:nvSpPr>
        <p:spPr>
          <a:xfrm>
            <a:off x="10986856" y="11619973"/>
            <a:ext cx="252000" cy="25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8E01531-C6A5-B145-0E4C-4670A6825F73}"/>
              </a:ext>
            </a:extLst>
          </p:cNvPr>
          <p:cNvSpPr/>
          <p:nvPr/>
        </p:nvSpPr>
        <p:spPr>
          <a:xfrm>
            <a:off x="11354619" y="11619973"/>
            <a:ext cx="252000" cy="25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5962F08-F1EB-4F89-EE63-1F110A3A116B}"/>
              </a:ext>
            </a:extLst>
          </p:cNvPr>
          <p:cNvSpPr/>
          <p:nvPr/>
        </p:nvSpPr>
        <p:spPr>
          <a:xfrm>
            <a:off x="11722382" y="11619973"/>
            <a:ext cx="252000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00188CF-16F4-163E-28B7-9F6CDC053987}"/>
              </a:ext>
            </a:extLst>
          </p:cNvPr>
          <p:cNvSpPr txBox="1"/>
          <p:nvPr/>
        </p:nvSpPr>
        <p:spPr>
          <a:xfrm>
            <a:off x="10096426" y="11495600"/>
            <a:ext cx="486224" cy="39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4A5CB66-22B1-C5D3-1C76-E817D38F113F}"/>
              </a:ext>
            </a:extLst>
          </p:cNvPr>
          <p:cNvSpPr/>
          <p:nvPr/>
        </p:nvSpPr>
        <p:spPr>
          <a:xfrm rot="5400000">
            <a:off x="5093362" y="11513455"/>
            <a:ext cx="1779595" cy="49588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D3C180D-5373-477F-E62C-0EF266DFF28D}"/>
              </a:ext>
            </a:extLst>
          </p:cNvPr>
          <p:cNvSpPr/>
          <p:nvPr/>
        </p:nvSpPr>
        <p:spPr>
          <a:xfrm>
            <a:off x="3685746" y="11566923"/>
            <a:ext cx="252000" cy="252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FD23626-5AC6-E421-6C0C-C35CFCEB3DCA}"/>
              </a:ext>
            </a:extLst>
          </p:cNvPr>
          <p:cNvSpPr/>
          <p:nvPr/>
        </p:nvSpPr>
        <p:spPr>
          <a:xfrm>
            <a:off x="3676859" y="11000821"/>
            <a:ext cx="252000" cy="25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4684B7B-714A-D70B-7A91-C930380A2179}"/>
              </a:ext>
            </a:extLst>
          </p:cNvPr>
          <p:cNvSpPr/>
          <p:nvPr/>
        </p:nvSpPr>
        <p:spPr>
          <a:xfrm>
            <a:off x="3685746" y="11918778"/>
            <a:ext cx="252000" cy="25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B3E6794-A51E-55AE-7B77-1D9FC466F13A}"/>
              </a:ext>
            </a:extLst>
          </p:cNvPr>
          <p:cNvSpPr/>
          <p:nvPr/>
        </p:nvSpPr>
        <p:spPr>
          <a:xfrm>
            <a:off x="3685746" y="12260626"/>
            <a:ext cx="252000" cy="25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333559A-4374-E037-A844-44E66746B901}"/>
              </a:ext>
            </a:extLst>
          </p:cNvPr>
          <p:cNvSpPr txBox="1"/>
          <p:nvPr/>
        </p:nvSpPr>
        <p:spPr>
          <a:xfrm rot="5400000">
            <a:off x="3692380" y="11194084"/>
            <a:ext cx="365280" cy="39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657490B-52F1-DB2C-0AD3-684BA19AF2F3}"/>
              </a:ext>
            </a:extLst>
          </p:cNvPr>
          <p:cNvSpPr/>
          <p:nvPr/>
        </p:nvSpPr>
        <p:spPr>
          <a:xfrm rot="5400000">
            <a:off x="2913070" y="11506528"/>
            <a:ext cx="1779595" cy="49588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FF6AF22-1477-6A0B-F1F7-FCB5B8B129A1}"/>
              </a:ext>
            </a:extLst>
          </p:cNvPr>
          <p:cNvSpPr/>
          <p:nvPr/>
        </p:nvSpPr>
        <p:spPr>
          <a:xfrm>
            <a:off x="4406010" y="11566923"/>
            <a:ext cx="252000" cy="252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385C4AF-0FE0-30B3-32A8-B91FDB779CD0}"/>
              </a:ext>
            </a:extLst>
          </p:cNvPr>
          <p:cNvSpPr/>
          <p:nvPr/>
        </p:nvSpPr>
        <p:spPr>
          <a:xfrm>
            <a:off x="4397123" y="11000821"/>
            <a:ext cx="252000" cy="25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271AD5E-026C-CBA7-D868-CBD2748F2057}"/>
              </a:ext>
            </a:extLst>
          </p:cNvPr>
          <p:cNvSpPr/>
          <p:nvPr/>
        </p:nvSpPr>
        <p:spPr>
          <a:xfrm>
            <a:off x="4406010" y="11918778"/>
            <a:ext cx="252000" cy="25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694E601-7F2C-1F31-96A4-B9A7F3F49F0A}"/>
              </a:ext>
            </a:extLst>
          </p:cNvPr>
          <p:cNvSpPr/>
          <p:nvPr/>
        </p:nvSpPr>
        <p:spPr>
          <a:xfrm>
            <a:off x="4406010" y="12260626"/>
            <a:ext cx="252000" cy="25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2E78C3B-F972-9E15-101B-BC5C95EC5ABE}"/>
              </a:ext>
            </a:extLst>
          </p:cNvPr>
          <p:cNvSpPr txBox="1"/>
          <p:nvPr/>
        </p:nvSpPr>
        <p:spPr>
          <a:xfrm rot="5400000">
            <a:off x="4412644" y="11194084"/>
            <a:ext cx="365280" cy="39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2EDBE90-5FBC-A79D-878A-B350EADC0DFD}"/>
              </a:ext>
            </a:extLst>
          </p:cNvPr>
          <p:cNvSpPr/>
          <p:nvPr/>
        </p:nvSpPr>
        <p:spPr>
          <a:xfrm rot="5400000">
            <a:off x="3633334" y="11506528"/>
            <a:ext cx="1779595" cy="49588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C12E4F9-F726-A2AB-E044-141083AE7C83}"/>
              </a:ext>
            </a:extLst>
          </p:cNvPr>
          <p:cNvSpPr txBox="1"/>
          <p:nvPr/>
        </p:nvSpPr>
        <p:spPr>
          <a:xfrm>
            <a:off x="4995447" y="11508259"/>
            <a:ext cx="720264" cy="39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1DD0267-6C1F-A741-E556-D87745052496}"/>
              </a:ext>
            </a:extLst>
          </p:cNvPr>
          <p:cNvSpPr txBox="1"/>
          <p:nvPr/>
        </p:nvSpPr>
        <p:spPr>
          <a:xfrm>
            <a:off x="2791855" y="9308247"/>
            <a:ext cx="2839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 Encoder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0AEB6BB-13A9-2422-06A4-2AD3F780EC6D}"/>
              </a:ext>
            </a:extLst>
          </p:cNvPr>
          <p:cNvSpPr txBox="1"/>
          <p:nvPr/>
        </p:nvSpPr>
        <p:spPr>
          <a:xfrm>
            <a:off x="8676880" y="10093936"/>
            <a:ext cx="4013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Tabular Feature Encoder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9438110D-5390-376A-22BC-658910F2F59E}"/>
              </a:ext>
            </a:extLst>
          </p:cNvPr>
          <p:cNvSpPr/>
          <p:nvPr/>
        </p:nvSpPr>
        <p:spPr>
          <a:xfrm>
            <a:off x="10202774" y="7791602"/>
            <a:ext cx="1311311" cy="54679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2176-D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585A242-DF6F-4FC9-63E6-6E8BEB4C4825}"/>
              </a:ext>
            </a:extLst>
          </p:cNvPr>
          <p:cNvSpPr/>
          <p:nvPr/>
        </p:nvSpPr>
        <p:spPr>
          <a:xfrm>
            <a:off x="10201321" y="6673455"/>
            <a:ext cx="1179379" cy="4286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2176-D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72C82940-8D6A-7D9D-6880-A97685449F53}"/>
              </a:ext>
            </a:extLst>
          </p:cNvPr>
          <p:cNvSpPr/>
          <p:nvPr/>
        </p:nvSpPr>
        <p:spPr>
          <a:xfrm>
            <a:off x="5409436" y="6526980"/>
            <a:ext cx="4202187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Two-layer Dense Layer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24295782-2712-E5A6-203B-39D50F1C0EA5}"/>
              </a:ext>
            </a:extLst>
          </p:cNvPr>
          <p:cNvSpPr/>
          <p:nvPr/>
        </p:nvSpPr>
        <p:spPr>
          <a:xfrm>
            <a:off x="13217011" y="6668151"/>
            <a:ext cx="1179379" cy="42861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128-D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B1AD66EB-1522-7BEC-79DD-16E23D021176}"/>
              </a:ext>
            </a:extLst>
          </p:cNvPr>
          <p:cNvSpPr/>
          <p:nvPr/>
        </p:nvSpPr>
        <p:spPr>
          <a:xfrm>
            <a:off x="11709166" y="6668151"/>
            <a:ext cx="1179379" cy="428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512-D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7D7007E7-4EFB-0D2E-96DF-F9247597EB22}"/>
              </a:ext>
            </a:extLst>
          </p:cNvPr>
          <p:cNvSpPr/>
          <p:nvPr/>
        </p:nvSpPr>
        <p:spPr>
          <a:xfrm>
            <a:off x="5537993" y="4116697"/>
            <a:ext cx="3957926" cy="7143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Feature Fusion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369D9779-9E3A-73AC-F30D-5E1D70101269}"/>
              </a:ext>
            </a:extLst>
          </p:cNvPr>
          <p:cNvSpPr/>
          <p:nvPr/>
        </p:nvSpPr>
        <p:spPr>
          <a:xfrm>
            <a:off x="5663506" y="6716903"/>
            <a:ext cx="496861" cy="356539"/>
          </a:xfrm>
          <a:custGeom>
            <a:avLst/>
            <a:gdLst>
              <a:gd name="connsiteX0" fmla="*/ 90162 w 607639"/>
              <a:gd name="connsiteY0" fmla="*/ 333381 h 606751"/>
              <a:gd name="connsiteX1" fmla="*/ 263100 w 607639"/>
              <a:gd name="connsiteY1" fmla="*/ 443227 h 606751"/>
              <a:gd name="connsiteX2" fmla="*/ 303775 w 607639"/>
              <a:gd name="connsiteY2" fmla="*/ 455047 h 606751"/>
              <a:gd name="connsiteX3" fmla="*/ 344628 w 607639"/>
              <a:gd name="connsiteY3" fmla="*/ 443227 h 606751"/>
              <a:gd name="connsiteX4" fmla="*/ 517477 w 607639"/>
              <a:gd name="connsiteY4" fmla="*/ 333381 h 606751"/>
              <a:gd name="connsiteX5" fmla="*/ 595890 w 607639"/>
              <a:gd name="connsiteY5" fmla="*/ 383149 h 606751"/>
              <a:gd name="connsiteX6" fmla="*/ 607639 w 607639"/>
              <a:gd name="connsiteY6" fmla="*/ 404479 h 606751"/>
              <a:gd name="connsiteX7" fmla="*/ 595890 w 607639"/>
              <a:gd name="connsiteY7" fmla="*/ 425808 h 606751"/>
              <a:gd name="connsiteX8" fmla="*/ 317393 w 607639"/>
              <a:gd name="connsiteY8" fmla="*/ 602752 h 606751"/>
              <a:gd name="connsiteX9" fmla="*/ 303775 w 607639"/>
              <a:gd name="connsiteY9" fmla="*/ 606751 h 606751"/>
              <a:gd name="connsiteX10" fmla="*/ 290246 w 607639"/>
              <a:gd name="connsiteY10" fmla="*/ 602752 h 606751"/>
              <a:gd name="connsiteX11" fmla="*/ 11749 w 607639"/>
              <a:gd name="connsiteY11" fmla="*/ 425808 h 606751"/>
              <a:gd name="connsiteX12" fmla="*/ 0 w 607639"/>
              <a:gd name="connsiteY12" fmla="*/ 404479 h 606751"/>
              <a:gd name="connsiteX13" fmla="*/ 11749 w 607639"/>
              <a:gd name="connsiteY13" fmla="*/ 383149 h 606751"/>
              <a:gd name="connsiteX14" fmla="*/ 303820 w 607639"/>
              <a:gd name="connsiteY14" fmla="*/ 0 h 606751"/>
              <a:gd name="connsiteX15" fmla="*/ 317393 w 607639"/>
              <a:gd name="connsiteY15" fmla="*/ 3933 h 606751"/>
              <a:gd name="connsiteX16" fmla="*/ 595890 w 607639"/>
              <a:gd name="connsiteY16" fmla="*/ 180980 h 606751"/>
              <a:gd name="connsiteX17" fmla="*/ 607639 w 607639"/>
              <a:gd name="connsiteY17" fmla="*/ 202311 h 606751"/>
              <a:gd name="connsiteX18" fmla="*/ 595890 w 607639"/>
              <a:gd name="connsiteY18" fmla="*/ 223642 h 606751"/>
              <a:gd name="connsiteX19" fmla="*/ 317393 w 607639"/>
              <a:gd name="connsiteY19" fmla="*/ 400600 h 606751"/>
              <a:gd name="connsiteX20" fmla="*/ 303775 w 607639"/>
              <a:gd name="connsiteY20" fmla="*/ 404511 h 606751"/>
              <a:gd name="connsiteX21" fmla="*/ 290246 w 607639"/>
              <a:gd name="connsiteY21" fmla="*/ 400600 h 606751"/>
              <a:gd name="connsiteX22" fmla="*/ 11749 w 607639"/>
              <a:gd name="connsiteY22" fmla="*/ 223642 h 606751"/>
              <a:gd name="connsiteX23" fmla="*/ 0 w 607639"/>
              <a:gd name="connsiteY23" fmla="*/ 202311 h 606751"/>
              <a:gd name="connsiteX24" fmla="*/ 11749 w 607639"/>
              <a:gd name="connsiteY24" fmla="*/ 180980 h 606751"/>
              <a:gd name="connsiteX25" fmla="*/ 290246 w 607639"/>
              <a:gd name="connsiteY25" fmla="*/ 3933 h 606751"/>
              <a:gd name="connsiteX26" fmla="*/ 303820 w 607639"/>
              <a:gd name="connsiteY26" fmla="*/ 0 h 606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7639" h="606751">
                <a:moveTo>
                  <a:pt x="90162" y="333381"/>
                </a:moveTo>
                <a:lnTo>
                  <a:pt x="263100" y="443227"/>
                </a:lnTo>
                <a:cubicBezTo>
                  <a:pt x="275293" y="450959"/>
                  <a:pt x="289356" y="455047"/>
                  <a:pt x="303775" y="455047"/>
                </a:cubicBezTo>
                <a:cubicBezTo>
                  <a:pt x="318283" y="455047"/>
                  <a:pt x="332346" y="450959"/>
                  <a:pt x="344628" y="443227"/>
                </a:cubicBezTo>
                <a:lnTo>
                  <a:pt x="517477" y="333381"/>
                </a:lnTo>
                <a:lnTo>
                  <a:pt x="595890" y="383149"/>
                </a:lnTo>
                <a:cubicBezTo>
                  <a:pt x="603189" y="387859"/>
                  <a:pt x="607639" y="395858"/>
                  <a:pt x="607639" y="404479"/>
                </a:cubicBezTo>
                <a:cubicBezTo>
                  <a:pt x="607639" y="413188"/>
                  <a:pt x="603189" y="421186"/>
                  <a:pt x="595890" y="425808"/>
                </a:cubicBezTo>
                <a:lnTo>
                  <a:pt x="317393" y="602752"/>
                </a:lnTo>
                <a:cubicBezTo>
                  <a:pt x="313299" y="605418"/>
                  <a:pt x="308492" y="606751"/>
                  <a:pt x="303775" y="606751"/>
                </a:cubicBezTo>
                <a:cubicBezTo>
                  <a:pt x="299058" y="606751"/>
                  <a:pt x="294340" y="605418"/>
                  <a:pt x="290246" y="602752"/>
                </a:cubicBezTo>
                <a:lnTo>
                  <a:pt x="11749" y="425808"/>
                </a:lnTo>
                <a:cubicBezTo>
                  <a:pt x="4450" y="421186"/>
                  <a:pt x="0" y="413188"/>
                  <a:pt x="0" y="404479"/>
                </a:cubicBezTo>
                <a:cubicBezTo>
                  <a:pt x="0" y="395858"/>
                  <a:pt x="4450" y="387859"/>
                  <a:pt x="11749" y="383149"/>
                </a:cubicBezTo>
                <a:close/>
                <a:moveTo>
                  <a:pt x="303820" y="0"/>
                </a:moveTo>
                <a:cubicBezTo>
                  <a:pt x="308537" y="0"/>
                  <a:pt x="313254" y="1311"/>
                  <a:pt x="317393" y="3933"/>
                </a:cubicBezTo>
                <a:lnTo>
                  <a:pt x="595890" y="180980"/>
                </a:lnTo>
                <a:cubicBezTo>
                  <a:pt x="603189" y="185602"/>
                  <a:pt x="607639" y="193601"/>
                  <a:pt x="607639" y="202311"/>
                </a:cubicBezTo>
                <a:cubicBezTo>
                  <a:pt x="607639" y="210932"/>
                  <a:pt x="603189" y="218931"/>
                  <a:pt x="595890" y="223642"/>
                </a:cubicBezTo>
                <a:lnTo>
                  <a:pt x="317393" y="400600"/>
                </a:lnTo>
                <a:cubicBezTo>
                  <a:pt x="313210" y="403178"/>
                  <a:pt x="308581" y="404511"/>
                  <a:pt x="303775" y="404511"/>
                </a:cubicBezTo>
                <a:cubicBezTo>
                  <a:pt x="299058" y="404511"/>
                  <a:pt x="294340" y="403178"/>
                  <a:pt x="290246" y="400600"/>
                </a:cubicBezTo>
                <a:lnTo>
                  <a:pt x="11749" y="223642"/>
                </a:lnTo>
                <a:cubicBezTo>
                  <a:pt x="4450" y="218931"/>
                  <a:pt x="0" y="210932"/>
                  <a:pt x="0" y="202311"/>
                </a:cubicBezTo>
                <a:cubicBezTo>
                  <a:pt x="0" y="193601"/>
                  <a:pt x="4450" y="185602"/>
                  <a:pt x="11749" y="180980"/>
                </a:cubicBezTo>
                <a:lnTo>
                  <a:pt x="290246" y="3933"/>
                </a:lnTo>
                <a:cubicBezTo>
                  <a:pt x="294385" y="1311"/>
                  <a:pt x="299102" y="0"/>
                  <a:pt x="30382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3CC5D18-DEBE-F2D1-D1DD-4A25B9AD5205}"/>
              </a:ext>
            </a:extLst>
          </p:cNvPr>
          <p:cNvCxnSpPr>
            <a:cxnSpLocks/>
          </p:cNvCxnSpPr>
          <p:nvPr/>
        </p:nvCxnSpPr>
        <p:spPr>
          <a:xfrm>
            <a:off x="5411504" y="5910669"/>
            <a:ext cx="504000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52C901D7-4EEC-5960-44FE-61DF72F4FD1C}"/>
              </a:ext>
            </a:extLst>
          </p:cNvPr>
          <p:cNvSpPr/>
          <p:nvPr/>
        </p:nvSpPr>
        <p:spPr>
          <a:xfrm>
            <a:off x="5453990" y="5700345"/>
            <a:ext cx="194636" cy="170915"/>
          </a:xfrm>
          <a:custGeom>
            <a:avLst/>
            <a:gdLst>
              <a:gd name="connsiteX0" fmla="*/ 0 w 452967"/>
              <a:gd name="connsiteY0" fmla="*/ 457200 h 457200"/>
              <a:gd name="connsiteX1" fmla="*/ 330200 w 452967"/>
              <a:gd name="connsiteY1" fmla="*/ 368300 h 457200"/>
              <a:gd name="connsiteX2" fmla="*/ 452967 w 452967"/>
              <a:gd name="connsiteY2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967" h="457200">
                <a:moveTo>
                  <a:pt x="0" y="457200"/>
                </a:moveTo>
                <a:cubicBezTo>
                  <a:pt x="127352" y="450850"/>
                  <a:pt x="254705" y="444500"/>
                  <a:pt x="330200" y="368300"/>
                </a:cubicBezTo>
                <a:cubicBezTo>
                  <a:pt x="405695" y="292100"/>
                  <a:pt x="429331" y="146050"/>
                  <a:pt x="452967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058EEB08-1F31-D889-F41E-648BA1FD5242}"/>
              </a:ext>
            </a:extLst>
          </p:cNvPr>
          <p:cNvSpPr/>
          <p:nvPr/>
        </p:nvSpPr>
        <p:spPr>
          <a:xfrm rot="10800000">
            <a:off x="5648626" y="5529431"/>
            <a:ext cx="194636" cy="170915"/>
          </a:xfrm>
          <a:custGeom>
            <a:avLst/>
            <a:gdLst>
              <a:gd name="connsiteX0" fmla="*/ 0 w 452967"/>
              <a:gd name="connsiteY0" fmla="*/ 457200 h 457200"/>
              <a:gd name="connsiteX1" fmla="*/ 330200 w 452967"/>
              <a:gd name="connsiteY1" fmla="*/ 368300 h 457200"/>
              <a:gd name="connsiteX2" fmla="*/ 452967 w 452967"/>
              <a:gd name="connsiteY2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967" h="457200">
                <a:moveTo>
                  <a:pt x="0" y="457200"/>
                </a:moveTo>
                <a:cubicBezTo>
                  <a:pt x="127352" y="450850"/>
                  <a:pt x="254705" y="444500"/>
                  <a:pt x="330200" y="368300"/>
                </a:cubicBezTo>
                <a:cubicBezTo>
                  <a:pt x="405695" y="292100"/>
                  <a:pt x="429331" y="146050"/>
                  <a:pt x="452967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E41BA1B-0D6B-005C-6194-0DCE65AEAA54}"/>
              </a:ext>
            </a:extLst>
          </p:cNvPr>
          <p:cNvSpPr/>
          <p:nvPr/>
        </p:nvSpPr>
        <p:spPr>
          <a:xfrm>
            <a:off x="5349580" y="5406807"/>
            <a:ext cx="613180" cy="546797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8F94623F-A8C3-ED2A-BF3B-860F79B30205}"/>
              </a:ext>
            </a:extLst>
          </p:cNvPr>
          <p:cNvCxnSpPr/>
          <p:nvPr/>
        </p:nvCxnSpPr>
        <p:spPr>
          <a:xfrm>
            <a:off x="5438801" y="5700340"/>
            <a:ext cx="432000" cy="0"/>
          </a:xfrm>
          <a:prstGeom prst="line">
            <a:avLst/>
          </a:prstGeom>
          <a:ln w="127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左大括号 116">
            <a:extLst>
              <a:ext uri="{FF2B5EF4-FFF2-40B4-BE49-F238E27FC236}">
                <a16:creationId xmlns:a16="http://schemas.microsoft.com/office/drawing/2014/main" id="{51066792-BE83-681A-49B9-B4473EDCC103}"/>
              </a:ext>
            </a:extLst>
          </p:cNvPr>
          <p:cNvSpPr/>
          <p:nvPr/>
        </p:nvSpPr>
        <p:spPr>
          <a:xfrm>
            <a:off x="9973974" y="5249995"/>
            <a:ext cx="269763" cy="906327"/>
          </a:xfrm>
          <a:prstGeom prst="leftBrace">
            <a:avLst>
              <a:gd name="adj1" fmla="val 50441"/>
              <a:gd name="adj2" fmla="val 50000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88DACDE-B5F8-1067-3549-741DCA65CEB4}"/>
              </a:ext>
            </a:extLst>
          </p:cNvPr>
          <p:cNvSpPr/>
          <p:nvPr/>
        </p:nvSpPr>
        <p:spPr>
          <a:xfrm>
            <a:off x="10453101" y="4981287"/>
            <a:ext cx="1631463" cy="4231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Weight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DE068CD-F082-A0EC-A9C4-762D1CE3CA6F}"/>
              </a:ext>
            </a:extLst>
          </p:cNvPr>
          <p:cNvSpPr/>
          <p:nvPr/>
        </p:nvSpPr>
        <p:spPr>
          <a:xfrm>
            <a:off x="10453101" y="5927109"/>
            <a:ext cx="1631463" cy="4231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Tabular Weight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2C4C232F-0DCA-EFCA-20A7-080A6762C838}"/>
              </a:ext>
            </a:extLst>
          </p:cNvPr>
          <p:cNvSpPr/>
          <p:nvPr/>
        </p:nvSpPr>
        <p:spPr>
          <a:xfrm>
            <a:off x="5531564" y="2881245"/>
            <a:ext cx="3957926" cy="7143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 normalization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5100403-731E-85A2-38AE-0ECA6D97CDC4}"/>
              </a:ext>
            </a:extLst>
          </p:cNvPr>
          <p:cNvSpPr/>
          <p:nvPr/>
        </p:nvSpPr>
        <p:spPr>
          <a:xfrm>
            <a:off x="10430205" y="3023333"/>
            <a:ext cx="2397324" cy="4231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 Vector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立方体 126">
            <a:extLst>
              <a:ext uri="{FF2B5EF4-FFF2-40B4-BE49-F238E27FC236}">
                <a16:creationId xmlns:a16="http://schemas.microsoft.com/office/drawing/2014/main" id="{E4689281-FDF3-9873-A739-D108D5E8301F}"/>
              </a:ext>
            </a:extLst>
          </p:cNvPr>
          <p:cNvSpPr/>
          <p:nvPr/>
        </p:nvSpPr>
        <p:spPr>
          <a:xfrm>
            <a:off x="10453097" y="4127365"/>
            <a:ext cx="1686026" cy="544655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立方体 127">
            <a:extLst>
              <a:ext uri="{FF2B5EF4-FFF2-40B4-BE49-F238E27FC236}">
                <a16:creationId xmlns:a16="http://schemas.microsoft.com/office/drawing/2014/main" id="{2C1F5F17-F68A-06D7-BA5F-0DF31317C21E}"/>
              </a:ext>
            </a:extLst>
          </p:cNvPr>
          <p:cNvSpPr/>
          <p:nvPr/>
        </p:nvSpPr>
        <p:spPr>
          <a:xfrm>
            <a:off x="9795948" y="12228934"/>
            <a:ext cx="2292928" cy="601422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立方体 128">
            <a:extLst>
              <a:ext uri="{FF2B5EF4-FFF2-40B4-BE49-F238E27FC236}">
                <a16:creationId xmlns:a16="http://schemas.microsoft.com/office/drawing/2014/main" id="{5B4CD456-FC3E-F00E-85C0-7E57507B2764}"/>
              </a:ext>
            </a:extLst>
          </p:cNvPr>
          <p:cNvSpPr/>
          <p:nvPr/>
        </p:nvSpPr>
        <p:spPr>
          <a:xfrm>
            <a:off x="3057158" y="12914839"/>
            <a:ext cx="3908409" cy="591182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Without Classification Head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36602344-F29B-A688-E019-7F96AE75DE5F}"/>
              </a:ext>
            </a:extLst>
          </p:cNvPr>
          <p:cNvCxnSpPr>
            <a:cxnSpLocks/>
          </p:cNvCxnSpPr>
          <p:nvPr/>
        </p:nvCxnSpPr>
        <p:spPr>
          <a:xfrm rot="16200000">
            <a:off x="12786654" y="4488333"/>
            <a:ext cx="432000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870E736D-AA0A-8648-0E2E-2C7D6A18F2C0}"/>
              </a:ext>
            </a:extLst>
          </p:cNvPr>
          <p:cNvCxnSpPr>
            <a:cxnSpLocks/>
          </p:cNvCxnSpPr>
          <p:nvPr/>
        </p:nvCxnSpPr>
        <p:spPr>
          <a:xfrm>
            <a:off x="12768696" y="4629720"/>
            <a:ext cx="504000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>
            <a:extLst>
              <a:ext uri="{FF2B5EF4-FFF2-40B4-BE49-F238E27FC236}">
                <a16:creationId xmlns:a16="http://schemas.microsoft.com/office/drawing/2014/main" id="{AF9A5E36-7F02-56D8-3795-D1A7CC5C93CE}"/>
              </a:ext>
            </a:extLst>
          </p:cNvPr>
          <p:cNvSpPr/>
          <p:nvPr/>
        </p:nvSpPr>
        <p:spPr>
          <a:xfrm>
            <a:off x="12703608" y="4200471"/>
            <a:ext cx="613180" cy="546797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9E4103EB-4A80-A1C1-D614-2A1D9EADD032}"/>
              </a:ext>
            </a:extLst>
          </p:cNvPr>
          <p:cNvCxnSpPr>
            <a:cxnSpLocks/>
          </p:cNvCxnSpPr>
          <p:nvPr/>
        </p:nvCxnSpPr>
        <p:spPr>
          <a:xfrm flipV="1">
            <a:off x="12765534" y="4629754"/>
            <a:ext cx="237121" cy="22173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6E54435D-5238-24DA-6097-7820BA85A77A}"/>
              </a:ext>
            </a:extLst>
          </p:cNvPr>
          <p:cNvCxnSpPr>
            <a:cxnSpLocks/>
          </p:cNvCxnSpPr>
          <p:nvPr/>
        </p:nvCxnSpPr>
        <p:spPr>
          <a:xfrm flipV="1">
            <a:off x="13002656" y="4344433"/>
            <a:ext cx="189591" cy="288837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93431D41-DA37-2076-8B3E-4E7CC1FE7D79}"/>
              </a:ext>
            </a:extLst>
          </p:cNvPr>
          <p:cNvSpPr/>
          <p:nvPr/>
        </p:nvSpPr>
        <p:spPr>
          <a:xfrm>
            <a:off x="12732613" y="4240883"/>
            <a:ext cx="228322" cy="77112"/>
          </a:xfrm>
          <a:prstGeom prst="rect">
            <a:avLst/>
          </a:prstGeom>
          <a:noFill/>
          <a:ln w="63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A4177718-286F-2C0C-CA43-F9355978CB26}"/>
                  </a:ext>
                </a:extLst>
              </p:cNvPr>
              <p:cNvSpPr txBox="1"/>
              <p:nvPr/>
            </p:nvSpPr>
            <p:spPr>
              <a:xfrm>
                <a:off x="12730533" y="4248664"/>
                <a:ext cx="230405" cy="61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zh-CN" altLang="en-US" sz="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A4177718-286F-2C0C-CA43-F9355978C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0533" y="4248664"/>
                <a:ext cx="230405" cy="61555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>
            <a:extLst>
              <a:ext uri="{FF2B5EF4-FFF2-40B4-BE49-F238E27FC236}">
                <a16:creationId xmlns:a16="http://schemas.microsoft.com/office/drawing/2014/main" id="{A28973FF-B28E-C17E-8010-B355BFAC9D70}"/>
              </a:ext>
            </a:extLst>
          </p:cNvPr>
          <p:cNvSpPr txBox="1"/>
          <p:nvPr/>
        </p:nvSpPr>
        <p:spPr>
          <a:xfrm>
            <a:off x="3723902" y="14271366"/>
            <a:ext cx="2467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indicators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CBE37988-B278-8975-53F6-CC39DF1698DE}"/>
              </a:ext>
            </a:extLst>
          </p:cNvPr>
          <p:cNvSpPr txBox="1"/>
          <p:nvPr/>
        </p:nvSpPr>
        <p:spPr>
          <a:xfrm>
            <a:off x="9672101" y="14235585"/>
            <a:ext cx="2467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矩形: 圆角 159">
            <a:extLst>
              <a:ext uri="{FF2B5EF4-FFF2-40B4-BE49-F238E27FC236}">
                <a16:creationId xmlns:a16="http://schemas.microsoft.com/office/drawing/2014/main" id="{9CAC348E-1FE5-0463-B65C-B84EC0A311DB}"/>
              </a:ext>
            </a:extLst>
          </p:cNvPr>
          <p:cNvSpPr/>
          <p:nvPr/>
        </p:nvSpPr>
        <p:spPr>
          <a:xfrm>
            <a:off x="5537993" y="1212817"/>
            <a:ext cx="3957926" cy="7143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128-D embedding vector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F3576934-2042-F198-8CF1-7E9033588C83}"/>
              </a:ext>
            </a:extLst>
          </p:cNvPr>
          <p:cNvSpPr/>
          <p:nvPr/>
        </p:nvSpPr>
        <p:spPr>
          <a:xfrm>
            <a:off x="1626997" y="2607611"/>
            <a:ext cx="14503399" cy="604922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E12CF55C-AE22-7218-A780-E53320B4C47F}"/>
              </a:ext>
            </a:extLst>
          </p:cNvPr>
          <p:cNvSpPr txBox="1"/>
          <p:nvPr/>
        </p:nvSpPr>
        <p:spPr>
          <a:xfrm>
            <a:off x="1718504" y="2725270"/>
            <a:ext cx="3873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Fusion &amp; Normalization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84E98E55-9DD5-4D5E-9F99-AD75823E5C06}"/>
              </a:ext>
            </a:extLst>
          </p:cNvPr>
          <p:cNvSpPr/>
          <p:nvPr/>
        </p:nvSpPr>
        <p:spPr>
          <a:xfrm>
            <a:off x="1626997" y="1003674"/>
            <a:ext cx="8865003" cy="111048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152FD941-1B44-3DBD-401D-F77226CEA222}"/>
              </a:ext>
            </a:extLst>
          </p:cNvPr>
          <p:cNvSpPr txBox="1"/>
          <p:nvPr/>
        </p:nvSpPr>
        <p:spPr>
          <a:xfrm>
            <a:off x="1756202" y="1084840"/>
            <a:ext cx="1851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07433151-8847-D19B-DFFA-E3E6EF4340F6}"/>
              </a:ext>
            </a:extLst>
          </p:cNvPr>
          <p:cNvCxnSpPr>
            <a:cxnSpLocks/>
            <a:stCxn id="6" idx="3"/>
            <a:endCxn id="129" idx="3"/>
          </p:cNvCxnSpPr>
          <p:nvPr/>
        </p:nvCxnSpPr>
        <p:spPr>
          <a:xfrm flipH="1" flipV="1">
            <a:off x="4937463" y="13506023"/>
            <a:ext cx="8398" cy="61972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141C18A2-C22E-B9BA-C093-7D4089ECD639}"/>
              </a:ext>
            </a:extLst>
          </p:cNvPr>
          <p:cNvCxnSpPr>
            <a:cxnSpLocks/>
            <a:stCxn id="174" idx="3"/>
            <a:endCxn id="128" idx="3"/>
          </p:cNvCxnSpPr>
          <p:nvPr/>
        </p:nvCxnSpPr>
        <p:spPr>
          <a:xfrm flipH="1" flipV="1">
            <a:off x="10867234" y="12830358"/>
            <a:ext cx="9472" cy="1306693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连接符: 肘形 1023">
            <a:extLst>
              <a:ext uri="{FF2B5EF4-FFF2-40B4-BE49-F238E27FC236}">
                <a16:creationId xmlns:a16="http://schemas.microsoft.com/office/drawing/2014/main" id="{0823F3D0-6B97-EC0F-8DE9-569F0631F9C0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rot="5400000" flipH="1" flipV="1">
            <a:off x="5833398" y="7608915"/>
            <a:ext cx="855099" cy="2499167"/>
          </a:xfrm>
          <a:prstGeom prst="bentConnector3">
            <a:avLst>
              <a:gd name="adj1" fmla="val 33168"/>
            </a:avLst>
          </a:prstGeom>
          <a:ln w="57150">
            <a:solidFill>
              <a:schemeClr val="accent1">
                <a:lumMod val="50000"/>
              </a:schemeClr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连接符: 肘形 1030">
            <a:extLst>
              <a:ext uri="{FF2B5EF4-FFF2-40B4-BE49-F238E27FC236}">
                <a16:creationId xmlns:a16="http://schemas.microsoft.com/office/drawing/2014/main" id="{0CAE96B1-91BD-1061-5B25-B82A60B5EBBA}"/>
              </a:ext>
            </a:extLst>
          </p:cNvPr>
          <p:cNvCxnSpPr>
            <a:cxnSpLocks/>
            <a:stCxn id="5" idx="0"/>
            <a:endCxn id="2" idx="2"/>
          </p:cNvCxnSpPr>
          <p:nvPr/>
        </p:nvCxnSpPr>
        <p:spPr>
          <a:xfrm rot="16200000" flipV="1">
            <a:off x="8374140" y="7567338"/>
            <a:ext cx="1620683" cy="3347900"/>
          </a:xfrm>
          <a:prstGeom prst="bentConnector3">
            <a:avLst>
              <a:gd name="adj1" fmla="val 64626"/>
            </a:avLst>
          </a:prstGeom>
          <a:ln w="57150">
            <a:solidFill>
              <a:schemeClr val="accent1">
                <a:lumMod val="50000"/>
              </a:schemeClr>
            </a:solidFill>
            <a:headEnd type="oval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直接箭头连接符 1040">
            <a:extLst>
              <a:ext uri="{FF2B5EF4-FFF2-40B4-BE49-F238E27FC236}">
                <a16:creationId xmlns:a16="http://schemas.microsoft.com/office/drawing/2014/main" id="{B29C2C30-B43F-D0E6-D921-21C52C69ED86}"/>
              </a:ext>
            </a:extLst>
          </p:cNvPr>
          <p:cNvCxnSpPr>
            <a:cxnSpLocks/>
            <a:stCxn id="2" idx="0"/>
            <a:endCxn id="91" idx="2"/>
          </p:cNvCxnSpPr>
          <p:nvPr/>
        </p:nvCxnSpPr>
        <p:spPr>
          <a:xfrm flipH="1" flipV="1">
            <a:off x="7510530" y="7246982"/>
            <a:ext cx="1" cy="465093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直接箭头连接符 1045">
            <a:extLst>
              <a:ext uri="{FF2B5EF4-FFF2-40B4-BE49-F238E27FC236}">
                <a16:creationId xmlns:a16="http://schemas.microsoft.com/office/drawing/2014/main" id="{4D801226-BC8C-7B4D-9156-CF6E7006051A}"/>
              </a:ext>
            </a:extLst>
          </p:cNvPr>
          <p:cNvCxnSpPr>
            <a:cxnSpLocks/>
            <a:stCxn id="91" idx="0"/>
            <a:endCxn id="81" idx="2"/>
          </p:cNvCxnSpPr>
          <p:nvPr/>
        </p:nvCxnSpPr>
        <p:spPr>
          <a:xfrm flipV="1">
            <a:off x="7510530" y="6042915"/>
            <a:ext cx="6429" cy="484067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直接箭头连接符 1048">
            <a:extLst>
              <a:ext uri="{FF2B5EF4-FFF2-40B4-BE49-F238E27FC236}">
                <a16:creationId xmlns:a16="http://schemas.microsoft.com/office/drawing/2014/main" id="{6DF1F37D-B9F7-9ADA-A240-5594B64E41E7}"/>
              </a:ext>
            </a:extLst>
          </p:cNvPr>
          <p:cNvCxnSpPr>
            <a:cxnSpLocks/>
            <a:stCxn id="81" idx="0"/>
            <a:endCxn id="95" idx="2"/>
          </p:cNvCxnSpPr>
          <p:nvPr/>
        </p:nvCxnSpPr>
        <p:spPr>
          <a:xfrm flipH="1" flipV="1">
            <a:off x="7516958" y="4831037"/>
            <a:ext cx="1" cy="491876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直接箭头连接符 1052">
            <a:extLst>
              <a:ext uri="{FF2B5EF4-FFF2-40B4-BE49-F238E27FC236}">
                <a16:creationId xmlns:a16="http://schemas.microsoft.com/office/drawing/2014/main" id="{2A842F8A-82D9-32EF-4166-9D971CD8353A}"/>
              </a:ext>
            </a:extLst>
          </p:cNvPr>
          <p:cNvCxnSpPr>
            <a:cxnSpLocks/>
            <a:stCxn id="95" idx="0"/>
            <a:endCxn id="123" idx="2"/>
          </p:cNvCxnSpPr>
          <p:nvPr/>
        </p:nvCxnSpPr>
        <p:spPr>
          <a:xfrm flipH="1" flipV="1">
            <a:off x="7510529" y="3595585"/>
            <a:ext cx="6429" cy="52111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直接箭头连接符 1055">
            <a:extLst>
              <a:ext uri="{FF2B5EF4-FFF2-40B4-BE49-F238E27FC236}">
                <a16:creationId xmlns:a16="http://schemas.microsoft.com/office/drawing/2014/main" id="{02443497-5A91-8863-9DED-7EEE649F765A}"/>
              </a:ext>
            </a:extLst>
          </p:cNvPr>
          <p:cNvCxnSpPr>
            <a:cxnSpLocks/>
            <a:stCxn id="123" idx="0"/>
            <a:endCxn id="160" idx="2"/>
          </p:cNvCxnSpPr>
          <p:nvPr/>
        </p:nvCxnSpPr>
        <p:spPr>
          <a:xfrm flipV="1">
            <a:off x="7510529" y="1927157"/>
            <a:ext cx="6429" cy="954088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直接箭头连接符 1064">
            <a:extLst>
              <a:ext uri="{FF2B5EF4-FFF2-40B4-BE49-F238E27FC236}">
                <a16:creationId xmlns:a16="http://schemas.microsoft.com/office/drawing/2014/main" id="{EC84FDFC-59E9-C057-DD93-6E440F7807FF}"/>
              </a:ext>
            </a:extLst>
          </p:cNvPr>
          <p:cNvCxnSpPr>
            <a:cxnSpLocks/>
            <a:stCxn id="2" idx="3"/>
            <a:endCxn id="82" idx="1"/>
          </p:cNvCxnSpPr>
          <p:nvPr/>
        </p:nvCxnSpPr>
        <p:spPr>
          <a:xfrm flipV="1">
            <a:off x="9226144" y="8065001"/>
            <a:ext cx="976628" cy="6511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E27FC6BC-765F-FCAB-7062-BFFF7FF0503C}"/>
              </a:ext>
            </a:extLst>
          </p:cNvPr>
          <p:cNvCxnSpPr>
            <a:cxnSpLocks/>
            <a:stCxn id="91" idx="3"/>
            <a:endCxn id="89" idx="1"/>
          </p:cNvCxnSpPr>
          <p:nvPr/>
        </p:nvCxnSpPr>
        <p:spPr>
          <a:xfrm>
            <a:off x="9611621" y="6886982"/>
            <a:ext cx="589698" cy="781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直接箭头连接符 1074">
            <a:extLst>
              <a:ext uri="{FF2B5EF4-FFF2-40B4-BE49-F238E27FC236}">
                <a16:creationId xmlns:a16="http://schemas.microsoft.com/office/drawing/2014/main" id="{05ED5494-9AD1-547E-C6E7-C4F6350FB32E}"/>
              </a:ext>
            </a:extLst>
          </p:cNvPr>
          <p:cNvCxnSpPr>
            <a:cxnSpLocks/>
            <a:stCxn id="89" idx="3"/>
            <a:endCxn id="94" idx="1"/>
          </p:cNvCxnSpPr>
          <p:nvPr/>
        </p:nvCxnSpPr>
        <p:spPr>
          <a:xfrm flipV="1">
            <a:off x="11380698" y="6882457"/>
            <a:ext cx="328466" cy="5304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直接箭头连接符 1079">
            <a:extLst>
              <a:ext uri="{FF2B5EF4-FFF2-40B4-BE49-F238E27FC236}">
                <a16:creationId xmlns:a16="http://schemas.microsoft.com/office/drawing/2014/main" id="{6E3243D9-8CFB-23A5-2174-E42A320BFDDD}"/>
              </a:ext>
            </a:extLst>
          </p:cNvPr>
          <p:cNvCxnSpPr>
            <a:cxnSpLocks/>
          </p:cNvCxnSpPr>
          <p:nvPr/>
        </p:nvCxnSpPr>
        <p:spPr>
          <a:xfrm flipV="1">
            <a:off x="12900200" y="6895170"/>
            <a:ext cx="328466" cy="5304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直接箭头连接符 1080">
            <a:extLst>
              <a:ext uri="{FF2B5EF4-FFF2-40B4-BE49-F238E27FC236}">
                <a16:creationId xmlns:a16="http://schemas.microsoft.com/office/drawing/2014/main" id="{894AA151-53B9-FFDE-F758-5E20D79530CA}"/>
              </a:ext>
            </a:extLst>
          </p:cNvPr>
          <p:cNvCxnSpPr>
            <a:cxnSpLocks/>
            <a:stCxn id="95" idx="3"/>
            <a:endCxn id="127" idx="2"/>
          </p:cNvCxnSpPr>
          <p:nvPr/>
        </p:nvCxnSpPr>
        <p:spPr>
          <a:xfrm flipV="1">
            <a:off x="9495919" y="4467774"/>
            <a:ext cx="957178" cy="6095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直接箭头连接符 1084">
            <a:extLst>
              <a:ext uri="{FF2B5EF4-FFF2-40B4-BE49-F238E27FC236}">
                <a16:creationId xmlns:a16="http://schemas.microsoft.com/office/drawing/2014/main" id="{4DAC5C7C-FF7B-5F3C-5BF2-AF9058E3E3AF}"/>
              </a:ext>
            </a:extLst>
          </p:cNvPr>
          <p:cNvCxnSpPr>
            <a:cxnSpLocks/>
            <a:stCxn id="127" idx="4"/>
            <a:endCxn id="156" idx="1"/>
          </p:cNvCxnSpPr>
          <p:nvPr/>
        </p:nvCxnSpPr>
        <p:spPr>
          <a:xfrm>
            <a:off x="12002961" y="4467774"/>
            <a:ext cx="642505" cy="6095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直接箭头连接符 1090">
            <a:extLst>
              <a:ext uri="{FF2B5EF4-FFF2-40B4-BE49-F238E27FC236}">
                <a16:creationId xmlns:a16="http://schemas.microsoft.com/office/drawing/2014/main" id="{86C3E6B5-C8D4-5787-DF6E-61210ECEF2BC}"/>
              </a:ext>
            </a:extLst>
          </p:cNvPr>
          <p:cNvCxnSpPr>
            <a:cxnSpLocks/>
            <a:stCxn id="123" idx="3"/>
            <a:endCxn id="124" idx="1"/>
          </p:cNvCxnSpPr>
          <p:nvPr/>
        </p:nvCxnSpPr>
        <p:spPr>
          <a:xfrm flipV="1">
            <a:off x="9489492" y="3234928"/>
            <a:ext cx="940715" cy="3489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EDB9D31-BFDE-DDB3-EC7C-54E5D1683781}"/>
              </a:ext>
            </a:extLst>
          </p:cNvPr>
          <p:cNvSpPr/>
          <p:nvPr/>
        </p:nvSpPr>
        <p:spPr>
          <a:xfrm>
            <a:off x="435429" y="217714"/>
            <a:ext cx="17344571" cy="1576251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608</TotalTime>
  <Words>66</Words>
  <Application>Microsoft Office PowerPoint</Application>
  <PresentationFormat>自定义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80</cp:revision>
  <dcterms:created xsi:type="dcterms:W3CDTF">2025-05-22T06:51:00Z</dcterms:created>
  <dcterms:modified xsi:type="dcterms:W3CDTF">2025-07-14T13:30:11Z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8A3D9DF5A62B4BB08F6D60FD4D560933_12</vt:lpwstr>
  </property>
  <property fmtid="{D5CDD505-2E9C-101B-9397-08002B2CF9AE}" pid="3" name="KSOProductBuildVer">
    <vt:lpwstr>2052-12.1.0.21171</vt:lpwstr>
  </property>
</Properties>
</file>