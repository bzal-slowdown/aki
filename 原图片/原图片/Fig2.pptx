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8000663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50" d="100"/>
          <a:sy n="50" d="100"/>
        </p:scale>
        <p:origin x="47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0050" y="2356703"/>
            <a:ext cx="15300564" cy="5013407"/>
          </a:xfrm>
        </p:spPr>
        <p:txBody>
          <a:bodyPr anchor="b"/>
          <a:lstStyle>
            <a:lvl1pPr algn="ctr">
              <a:defRPr sz="1181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7563446"/>
            <a:ext cx="13500497" cy="3476717"/>
          </a:xfrm>
        </p:spPr>
        <p:txBody>
          <a:bodyPr/>
          <a:lstStyle>
            <a:lvl1pPr marL="0" indent="0" algn="ctr">
              <a:buNone/>
              <a:defRPr sz="4725"/>
            </a:lvl1pPr>
            <a:lvl2pPr marL="900044" indent="0" algn="ctr">
              <a:buNone/>
              <a:defRPr sz="3937"/>
            </a:lvl2pPr>
            <a:lvl3pPr marL="1800088" indent="0" algn="ctr">
              <a:buNone/>
              <a:defRPr sz="3543"/>
            </a:lvl3pPr>
            <a:lvl4pPr marL="2700132" indent="0" algn="ctr">
              <a:buNone/>
              <a:defRPr sz="3150"/>
            </a:lvl4pPr>
            <a:lvl5pPr marL="3600176" indent="0" algn="ctr">
              <a:buNone/>
              <a:defRPr sz="3150"/>
            </a:lvl5pPr>
            <a:lvl6pPr marL="4500220" indent="0" algn="ctr">
              <a:buNone/>
              <a:defRPr sz="3150"/>
            </a:lvl6pPr>
            <a:lvl7pPr marL="5400264" indent="0" algn="ctr">
              <a:buNone/>
              <a:defRPr sz="3150"/>
            </a:lvl7pPr>
            <a:lvl8pPr marL="6300307" indent="0" algn="ctr">
              <a:buNone/>
              <a:defRPr sz="3150"/>
            </a:lvl8pPr>
            <a:lvl9pPr marL="7200351" indent="0" algn="ctr">
              <a:buNone/>
              <a:defRPr sz="315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5BFD9-4443-4EDB-A05F-DB7BD877E9D8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1DF6C-1AA5-470D-A1C2-91DD6FE83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815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5BFD9-4443-4EDB-A05F-DB7BD877E9D8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1DF6C-1AA5-470D-A1C2-91DD6FE83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1" y="3590057"/>
            <a:ext cx="15525572" cy="5990088"/>
          </a:xfrm>
        </p:spPr>
        <p:txBody>
          <a:bodyPr anchor="b"/>
          <a:lstStyle>
            <a:lvl1pPr>
              <a:defRPr sz="1181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1" y="9636813"/>
            <a:ext cx="15525572" cy="3150046"/>
          </a:xfrm>
        </p:spPr>
        <p:txBody>
          <a:bodyPr/>
          <a:lstStyle>
            <a:lvl1pPr marL="0" indent="0">
              <a:buNone/>
              <a:defRPr sz="4725">
                <a:solidFill>
                  <a:schemeClr val="tx1"/>
                </a:solidFill>
              </a:defRPr>
            </a:lvl1pPr>
            <a:lvl2pPr marL="900044" indent="0">
              <a:buNone/>
              <a:defRPr sz="3937">
                <a:solidFill>
                  <a:schemeClr val="tx1">
                    <a:tint val="75000"/>
                  </a:schemeClr>
                </a:solidFill>
              </a:defRPr>
            </a:lvl2pPr>
            <a:lvl3pPr marL="1800088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3pPr>
            <a:lvl4pPr marL="2700132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4pPr>
            <a:lvl5pPr marL="3600176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5pPr>
            <a:lvl6pPr marL="4500220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6pPr>
            <a:lvl7pPr marL="5400264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7pPr>
            <a:lvl8pPr marL="6300307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8pPr>
            <a:lvl9pPr marL="7200351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5BFD9-4443-4EDB-A05F-DB7BD877E9D8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1DF6C-1AA5-470D-A1C2-91DD6FE83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7642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3833390"/>
            <a:ext cx="7650282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3833390"/>
            <a:ext cx="7650282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5BFD9-4443-4EDB-A05F-DB7BD877E9D8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1DF6C-1AA5-470D-A1C2-91DD6FE83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61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766681"/>
            <a:ext cx="15525572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2" y="3530053"/>
            <a:ext cx="7615123" cy="1730025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2" y="5260078"/>
            <a:ext cx="7615123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7" y="3530053"/>
            <a:ext cx="7652626" cy="1730025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7" y="5260078"/>
            <a:ext cx="7652626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5BFD9-4443-4EDB-A05F-DB7BD877E9D8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1DF6C-1AA5-470D-A1C2-91DD6FE83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4362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5BFD9-4443-4EDB-A05F-DB7BD877E9D8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1DF6C-1AA5-470D-A1C2-91DD6FE83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109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5BFD9-4443-4EDB-A05F-DB7BD877E9D8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1DF6C-1AA5-470D-A1C2-91DD6FE83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540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960014"/>
            <a:ext cx="5805682" cy="3360050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2073367"/>
            <a:ext cx="9112836" cy="10233485"/>
          </a:xfrm>
        </p:spPr>
        <p:txBody>
          <a:bodyPr/>
          <a:lstStyle>
            <a:lvl1pPr>
              <a:defRPr sz="6300"/>
            </a:lvl1pPr>
            <a:lvl2pPr>
              <a:defRPr sz="5512"/>
            </a:lvl2pPr>
            <a:lvl3pPr>
              <a:defRPr sz="4725"/>
            </a:lvl3pPr>
            <a:lvl4pPr>
              <a:defRPr sz="3937"/>
            </a:lvl4pPr>
            <a:lvl5pPr>
              <a:defRPr sz="3937"/>
            </a:lvl5pPr>
            <a:lvl6pPr>
              <a:defRPr sz="3937"/>
            </a:lvl6pPr>
            <a:lvl7pPr>
              <a:defRPr sz="3937"/>
            </a:lvl7pPr>
            <a:lvl8pPr>
              <a:defRPr sz="3937"/>
            </a:lvl8pPr>
            <a:lvl9pPr>
              <a:defRPr sz="393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4320064"/>
            <a:ext cx="5805682" cy="8003453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5BFD9-4443-4EDB-A05F-DB7BD877E9D8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1DF6C-1AA5-470D-A1C2-91DD6FE83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06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960014"/>
            <a:ext cx="5805682" cy="3360050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2073367"/>
            <a:ext cx="9112836" cy="10233485"/>
          </a:xfrm>
        </p:spPr>
        <p:txBody>
          <a:bodyPr anchor="t"/>
          <a:lstStyle>
            <a:lvl1pPr marL="0" indent="0">
              <a:buNone/>
              <a:defRPr sz="6300"/>
            </a:lvl1pPr>
            <a:lvl2pPr marL="900044" indent="0">
              <a:buNone/>
              <a:defRPr sz="5512"/>
            </a:lvl2pPr>
            <a:lvl3pPr marL="1800088" indent="0">
              <a:buNone/>
              <a:defRPr sz="4725"/>
            </a:lvl3pPr>
            <a:lvl4pPr marL="2700132" indent="0">
              <a:buNone/>
              <a:defRPr sz="3937"/>
            </a:lvl4pPr>
            <a:lvl5pPr marL="3600176" indent="0">
              <a:buNone/>
              <a:defRPr sz="3937"/>
            </a:lvl5pPr>
            <a:lvl6pPr marL="4500220" indent="0">
              <a:buNone/>
              <a:defRPr sz="3937"/>
            </a:lvl6pPr>
            <a:lvl7pPr marL="5400264" indent="0">
              <a:buNone/>
              <a:defRPr sz="3937"/>
            </a:lvl7pPr>
            <a:lvl8pPr marL="6300307" indent="0">
              <a:buNone/>
              <a:defRPr sz="3937"/>
            </a:lvl8pPr>
            <a:lvl9pPr marL="7200351" indent="0">
              <a:buNone/>
              <a:defRPr sz="393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4320064"/>
            <a:ext cx="5805682" cy="8003453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5BFD9-4443-4EDB-A05F-DB7BD877E9D8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1DF6C-1AA5-470D-A1C2-91DD6FE83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392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5BFD9-4443-4EDB-A05F-DB7BD877E9D8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1DF6C-1AA5-470D-A1C2-91DD6FE83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420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5" y="766678"/>
            <a:ext cx="3881393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6" y="766678"/>
            <a:ext cx="11419171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5BFD9-4443-4EDB-A05F-DB7BD877E9D8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1DF6C-1AA5-470D-A1C2-91DD6FE83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744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766681"/>
            <a:ext cx="15525572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3833390"/>
            <a:ext cx="15525572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3346867"/>
            <a:ext cx="4050149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5BFD9-4443-4EDB-A05F-DB7BD877E9D8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3346867"/>
            <a:ext cx="607522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3346867"/>
            <a:ext cx="4050149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1DF6C-1AA5-470D-A1C2-91DD6FE83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5973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800088" rtl="0" eaLnBrk="1" latinLnBrk="0" hangingPunct="1">
        <a:lnSpc>
          <a:spcPct val="90000"/>
        </a:lnSpc>
        <a:spcBef>
          <a:spcPct val="0"/>
        </a:spcBef>
        <a:buNone/>
        <a:defRPr sz="86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0022" indent="-450022" algn="l" defTabSz="1800088" rtl="0" eaLnBrk="1" latinLnBrk="0" hangingPunct="1">
        <a:lnSpc>
          <a:spcPct val="90000"/>
        </a:lnSpc>
        <a:spcBef>
          <a:spcPts val="1969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1pPr>
      <a:lvl2pPr marL="1350066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250110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937" kern="1200">
          <a:solidFill>
            <a:schemeClr val="tx1"/>
          </a:solidFill>
          <a:latin typeface="+mn-lt"/>
          <a:ea typeface="+mn-ea"/>
          <a:cs typeface="+mn-cs"/>
        </a:defRPr>
      </a:lvl3pPr>
      <a:lvl4pPr marL="3150154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4050198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950242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850285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750329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650373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1pPr>
      <a:lvl2pPr marL="90004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800088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700132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3600176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50022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40026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300307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200351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A27D6AA-03ED-1D59-33D9-95D0B6415504}"/>
              </a:ext>
            </a:extLst>
          </p:cNvPr>
          <p:cNvSpPr/>
          <p:nvPr/>
        </p:nvSpPr>
        <p:spPr>
          <a:xfrm>
            <a:off x="2823984" y="6203521"/>
            <a:ext cx="9886127" cy="4934702"/>
          </a:xfrm>
          <a:prstGeom prst="rect">
            <a:avLst/>
          </a:prstGeom>
          <a:noFill/>
          <a:ln w="28575"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2F9E53A-F651-F21F-C674-CB8BBCBB721C}"/>
              </a:ext>
            </a:extLst>
          </p:cNvPr>
          <p:cNvSpPr/>
          <p:nvPr/>
        </p:nvSpPr>
        <p:spPr>
          <a:xfrm>
            <a:off x="8970644" y="6637475"/>
            <a:ext cx="2619376" cy="53465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Negative Samples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81B2CBA-E584-675C-2EFC-EA95AEA21A1D}"/>
              </a:ext>
            </a:extLst>
          </p:cNvPr>
          <p:cNvSpPr/>
          <p:nvPr/>
        </p:nvSpPr>
        <p:spPr>
          <a:xfrm>
            <a:off x="6326348" y="5364189"/>
            <a:ext cx="1829594" cy="4196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Select to Apply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207D42-A7C8-CE1A-6799-CC77F8170487}"/>
              </a:ext>
            </a:extLst>
          </p:cNvPr>
          <p:cNvSpPr/>
          <p:nvPr/>
        </p:nvSpPr>
        <p:spPr>
          <a:xfrm>
            <a:off x="1257300" y="1549401"/>
            <a:ext cx="13550900" cy="11341100"/>
          </a:xfrm>
          <a:prstGeom prst="rect">
            <a:avLst/>
          </a:prstGeom>
          <a:noFill/>
          <a:ln w="28575"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A954D3-DB4D-296B-6921-2709AAAD1053}"/>
              </a:ext>
            </a:extLst>
          </p:cNvPr>
          <p:cNvSpPr txBox="1"/>
          <p:nvPr/>
        </p:nvSpPr>
        <p:spPr>
          <a:xfrm>
            <a:off x="1761197" y="1917874"/>
            <a:ext cx="323056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</a:t>
            </a:r>
            <a:endParaRPr lang="zh-CN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124B82B-92E5-639B-63C3-0945355EEBDC}"/>
              </a:ext>
            </a:extLst>
          </p:cNvPr>
          <p:cNvSpPr/>
          <p:nvPr/>
        </p:nvSpPr>
        <p:spPr>
          <a:xfrm>
            <a:off x="2285567" y="3068552"/>
            <a:ext cx="2948477" cy="7715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Augmentation</a:t>
            </a:r>
          </a:p>
        </p:txBody>
      </p:sp>
      <p:sp>
        <p:nvSpPr>
          <p:cNvPr id="10" name="左大括号 9">
            <a:extLst>
              <a:ext uri="{FF2B5EF4-FFF2-40B4-BE49-F238E27FC236}">
                <a16:creationId xmlns:a16="http://schemas.microsoft.com/office/drawing/2014/main" id="{4E96361B-86A4-BD4C-5AC6-3CBE59E091F9}"/>
              </a:ext>
            </a:extLst>
          </p:cNvPr>
          <p:cNvSpPr/>
          <p:nvPr/>
        </p:nvSpPr>
        <p:spPr>
          <a:xfrm>
            <a:off x="5743739" y="4510570"/>
            <a:ext cx="438150" cy="1063452"/>
          </a:xfrm>
          <a:prstGeom prst="leftBrace">
            <a:avLst>
              <a:gd name="adj1" fmla="val 31240"/>
              <a:gd name="adj2" fmla="val 50896"/>
            </a:avLst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FBE9B99-5295-A017-669E-D91A65C637FA}"/>
              </a:ext>
            </a:extLst>
          </p:cNvPr>
          <p:cNvSpPr/>
          <p:nvPr/>
        </p:nvSpPr>
        <p:spPr>
          <a:xfrm>
            <a:off x="6326349" y="4300737"/>
            <a:ext cx="1829594" cy="4196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Not Apply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1C1A379-988F-1F78-7CE8-2639B256DC3A}"/>
              </a:ext>
            </a:extLst>
          </p:cNvPr>
          <p:cNvSpPr/>
          <p:nvPr/>
        </p:nvSpPr>
        <p:spPr>
          <a:xfrm>
            <a:off x="8580324" y="4300737"/>
            <a:ext cx="1914525" cy="41966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Sampling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886EE8A-25DC-8E91-D53C-B252200B615D}"/>
              </a:ext>
            </a:extLst>
          </p:cNvPr>
          <p:cNvSpPr/>
          <p:nvPr/>
        </p:nvSpPr>
        <p:spPr>
          <a:xfrm>
            <a:off x="8555207" y="5364189"/>
            <a:ext cx="3420267" cy="41966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Sample Interpolation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B8DE1F2-78C6-158C-AF7D-6DFB9E7F580D}"/>
              </a:ext>
            </a:extLst>
          </p:cNvPr>
          <p:cNvSpPr txBox="1"/>
          <p:nvPr/>
        </p:nvSpPr>
        <p:spPr>
          <a:xfrm>
            <a:off x="6660566" y="6580815"/>
            <a:ext cx="2310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Euclidean Distance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224B817-BF3B-72AD-6FF7-87FFE1446125}"/>
              </a:ext>
            </a:extLst>
          </p:cNvPr>
          <p:cNvSpPr/>
          <p:nvPr/>
        </p:nvSpPr>
        <p:spPr>
          <a:xfrm>
            <a:off x="4391704" y="6622604"/>
            <a:ext cx="1914525" cy="55525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 Matrix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9534ACA7-C848-E3F5-80EA-3DAB7A8DF84F}"/>
                  </a:ext>
                </a:extLst>
              </p:cNvPr>
              <p:cNvSpPr/>
              <p:nvPr/>
            </p:nvSpPr>
            <p:spPr>
              <a:xfrm>
                <a:off x="4034515" y="7626309"/>
                <a:ext cx="2628901" cy="479148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</a:t>
                </a:r>
                <a14:m>
                  <m:oMath xmlns:m="http://schemas.openxmlformats.org/officeDocument/2006/math">
                    <m:r>
                      <a:rPr lang="en-US" altLang="zh-CN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≤</m:t>
                    </m:r>
                    <m:r>
                      <m:rPr>
                        <m:sty m:val="p"/>
                      </m:rP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Threshold</m:t>
                    </m:r>
                  </m:oMath>
                </a14:m>
                <a:endPara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9534ACA7-C848-E3F5-80EA-3DAB7A8DF8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4515" y="7626309"/>
                <a:ext cx="2628901" cy="479148"/>
              </a:xfrm>
              <a:prstGeom prst="rect">
                <a:avLst/>
              </a:prstGeom>
              <a:blipFill>
                <a:blip r:embed="rId2"/>
                <a:stretch>
                  <a:fillRect b="-123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75373EF-2D16-841A-97A7-6FC54015EB0B}"/>
              </a:ext>
            </a:extLst>
          </p:cNvPr>
          <p:cNvSpPr/>
          <p:nvPr/>
        </p:nvSpPr>
        <p:spPr>
          <a:xfrm>
            <a:off x="3462139" y="10046598"/>
            <a:ext cx="3773651" cy="62780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Normalized Spatial Interpolation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0E2404C-67EF-D242-8705-D80BB5527C4C}"/>
              </a:ext>
            </a:extLst>
          </p:cNvPr>
          <p:cNvCxnSpPr>
            <a:cxnSpLocks/>
            <a:stCxn id="5" idx="1"/>
            <a:endCxn id="15" idx="3"/>
          </p:cNvCxnSpPr>
          <p:nvPr/>
        </p:nvCxnSpPr>
        <p:spPr>
          <a:xfrm flipH="1" flipV="1">
            <a:off x="6306229" y="6900231"/>
            <a:ext cx="2664415" cy="457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1212ADB-6662-B88F-F075-E51E5955E9D6}"/>
              </a:ext>
            </a:extLst>
          </p:cNvPr>
          <p:cNvSpPr/>
          <p:nvPr/>
        </p:nvSpPr>
        <p:spPr>
          <a:xfrm>
            <a:off x="2765650" y="11469387"/>
            <a:ext cx="5164055" cy="654378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Generated New Samples &amp; Sample Mixing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80F345B-F570-FA75-C510-C8A55D6759BE}"/>
              </a:ext>
            </a:extLst>
          </p:cNvPr>
          <p:cNvSpPr/>
          <p:nvPr/>
        </p:nvSpPr>
        <p:spPr>
          <a:xfrm>
            <a:off x="7709085" y="7765144"/>
            <a:ext cx="3628163" cy="671162"/>
          </a:xfrm>
          <a:prstGeom prst="rect">
            <a:avLst/>
          </a:prstGeom>
          <a:noFill/>
          <a:ln w="28575"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24B3557F-0F85-C6D7-3FBE-179BAE8E7A0B}"/>
                  </a:ext>
                </a:extLst>
              </p:cNvPr>
              <p:cNvSpPr txBox="1"/>
              <p:nvPr/>
            </p:nvSpPr>
            <p:spPr>
              <a:xfrm>
                <a:off x="7934428" y="7896983"/>
                <a:ext cx="340282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𝒏𝒆𝒘</m:t>
                        </m:r>
                      </m:sub>
                    </m:sSub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b="1" i="1">
                        <a:latin typeface="Cambria Math" panose="02040503050406030204" pitchFamily="18" charset="0"/>
                      </a:rPr>
                      <m:t>𝜶</m:t>
                    </m:r>
                    <m:sSub>
                      <m:sSub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400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</m:d>
                  </m:oMath>
                </a14:m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24B3557F-0F85-C6D7-3FBE-179BAE8E7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4428" y="7896983"/>
                <a:ext cx="3402820" cy="369332"/>
              </a:xfrm>
              <a:prstGeom prst="rect">
                <a:avLst/>
              </a:prstGeom>
              <a:blipFill>
                <a:blip r:embed="rId3"/>
                <a:stretch>
                  <a:fillRect l="-2330" b="-163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圆柱体 21">
            <a:extLst>
              <a:ext uri="{FF2B5EF4-FFF2-40B4-BE49-F238E27FC236}">
                <a16:creationId xmlns:a16="http://schemas.microsoft.com/office/drawing/2014/main" id="{F3F69117-C544-9390-50B9-F9D72F357DE4}"/>
              </a:ext>
            </a:extLst>
          </p:cNvPr>
          <p:cNvSpPr/>
          <p:nvPr/>
        </p:nvSpPr>
        <p:spPr>
          <a:xfrm>
            <a:off x="4012946" y="8695400"/>
            <a:ext cx="1222562" cy="654378"/>
          </a:xfrm>
          <a:prstGeom prst="can">
            <a:avLst>
              <a:gd name="adj" fmla="val 31080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A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圆柱体 22">
            <a:extLst>
              <a:ext uri="{FF2B5EF4-FFF2-40B4-BE49-F238E27FC236}">
                <a16:creationId xmlns:a16="http://schemas.microsoft.com/office/drawing/2014/main" id="{46375A68-4C5A-BBE6-F249-DF0B87CECA46}"/>
              </a:ext>
            </a:extLst>
          </p:cNvPr>
          <p:cNvSpPr/>
          <p:nvPr/>
        </p:nvSpPr>
        <p:spPr>
          <a:xfrm>
            <a:off x="5440853" y="8695400"/>
            <a:ext cx="1222562" cy="654378"/>
          </a:xfrm>
          <a:prstGeom prst="can">
            <a:avLst>
              <a:gd name="adj" fmla="val 31080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B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21B0180-8019-CF6D-9E7D-5571F187487E}"/>
              </a:ext>
            </a:extLst>
          </p:cNvPr>
          <p:cNvSpPr/>
          <p:nvPr/>
        </p:nvSpPr>
        <p:spPr>
          <a:xfrm>
            <a:off x="2512786" y="4532622"/>
            <a:ext cx="2494037" cy="1041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Anchor-based Pseudo-Sample Generation Network</a:t>
            </a: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A2272C7B-7202-9A07-B4E5-FD09A96587E3}"/>
              </a:ext>
            </a:extLst>
          </p:cNvPr>
          <p:cNvCxnSpPr>
            <a:cxnSpLocks/>
            <a:stCxn id="9" idx="2"/>
            <a:endCxn id="27" idx="0"/>
          </p:cNvCxnSpPr>
          <p:nvPr/>
        </p:nvCxnSpPr>
        <p:spPr>
          <a:xfrm flipH="1">
            <a:off x="3759805" y="3840077"/>
            <a:ext cx="1" cy="692545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ADC30EDA-61E8-3839-E1DB-BDCEF016A1D9}"/>
              </a:ext>
            </a:extLst>
          </p:cNvPr>
          <p:cNvCxnSpPr>
            <a:cxnSpLocks/>
            <a:stCxn id="27" idx="3"/>
            <a:endCxn id="10" idx="1"/>
          </p:cNvCxnSpPr>
          <p:nvPr/>
        </p:nvCxnSpPr>
        <p:spPr>
          <a:xfrm flipV="1">
            <a:off x="5006823" y="5051825"/>
            <a:ext cx="736916" cy="1497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978C2963-3808-B524-2F10-6FF7D3363BEF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8155943" y="4510570"/>
            <a:ext cx="42438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226B7CB8-E99F-8D35-239D-DE2070042A97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>
            <a:off x="8155942" y="5574022"/>
            <a:ext cx="399264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343A61BB-ABAF-3550-7340-EAB6C2173C10}"/>
              </a:ext>
            </a:extLst>
          </p:cNvPr>
          <p:cNvCxnSpPr>
            <a:cxnSpLocks/>
            <a:stCxn id="13" idx="2"/>
            <a:endCxn id="5" idx="0"/>
          </p:cNvCxnSpPr>
          <p:nvPr/>
        </p:nvCxnSpPr>
        <p:spPr>
          <a:xfrm>
            <a:off x="10265340" y="5783855"/>
            <a:ext cx="14992" cy="85362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5A8BE577-E880-F187-8D11-CCFA2EB3C338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 flipH="1">
            <a:off x="5348966" y="7177857"/>
            <a:ext cx="1" cy="448453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C1EBB9DE-8BD8-0F7C-FA79-16AD7673A752}"/>
              </a:ext>
            </a:extLst>
          </p:cNvPr>
          <p:cNvCxnSpPr>
            <a:cxnSpLocks/>
            <a:stCxn id="16" idx="2"/>
            <a:endCxn id="22" idx="0"/>
          </p:cNvCxnSpPr>
          <p:nvPr/>
        </p:nvCxnSpPr>
        <p:spPr>
          <a:xfrm rot="5400000">
            <a:off x="4589934" y="8139750"/>
            <a:ext cx="793324" cy="724738"/>
          </a:xfrm>
          <a:prstGeom prst="bentConnector3">
            <a:avLst>
              <a:gd name="adj1" fmla="val 50000"/>
            </a:avLst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连接符: 肘形 63">
            <a:extLst>
              <a:ext uri="{FF2B5EF4-FFF2-40B4-BE49-F238E27FC236}">
                <a16:creationId xmlns:a16="http://schemas.microsoft.com/office/drawing/2014/main" id="{BC5360F5-644A-93FA-359F-FEE256D5224F}"/>
              </a:ext>
            </a:extLst>
          </p:cNvPr>
          <p:cNvCxnSpPr>
            <a:cxnSpLocks/>
            <a:stCxn id="16" idx="2"/>
            <a:endCxn id="23" idx="0"/>
          </p:cNvCxnSpPr>
          <p:nvPr/>
        </p:nvCxnSpPr>
        <p:spPr>
          <a:xfrm rot="16200000" flipH="1">
            <a:off x="5303887" y="8150535"/>
            <a:ext cx="793324" cy="703169"/>
          </a:xfrm>
          <a:prstGeom prst="bentConnector3">
            <a:avLst>
              <a:gd name="adj1" fmla="val 50000"/>
            </a:avLst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左大括号 67">
            <a:extLst>
              <a:ext uri="{FF2B5EF4-FFF2-40B4-BE49-F238E27FC236}">
                <a16:creationId xmlns:a16="http://schemas.microsoft.com/office/drawing/2014/main" id="{4E7570B7-BE5F-17A1-20F4-188CEF6FD845}"/>
              </a:ext>
            </a:extLst>
          </p:cNvPr>
          <p:cNvSpPr/>
          <p:nvPr/>
        </p:nvSpPr>
        <p:spPr>
          <a:xfrm rot="16200000">
            <a:off x="5153217" y="8925161"/>
            <a:ext cx="363335" cy="1427906"/>
          </a:xfrm>
          <a:prstGeom prst="leftBrace">
            <a:avLst>
              <a:gd name="adj1" fmla="val 31240"/>
              <a:gd name="adj2" fmla="val 50896"/>
            </a:avLst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71A92735-F5B6-D9F7-51D6-668736B3A8A6}"/>
              </a:ext>
            </a:extLst>
          </p:cNvPr>
          <p:cNvCxnSpPr>
            <a:cxnSpLocks/>
            <a:stCxn id="68" idx="1"/>
            <a:endCxn id="17" idx="0"/>
          </p:cNvCxnSpPr>
          <p:nvPr/>
        </p:nvCxnSpPr>
        <p:spPr>
          <a:xfrm>
            <a:off x="5347678" y="9820783"/>
            <a:ext cx="1286" cy="225815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A6973B6A-6B3F-F701-AD74-2C9C6AD97CEF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 flipH="1">
            <a:off x="5347678" y="10674401"/>
            <a:ext cx="1287" cy="794986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7ACDAECC-E204-F63E-6E28-74148D03F49D}"/>
              </a:ext>
            </a:extLst>
          </p:cNvPr>
          <p:cNvSpPr txBox="1"/>
          <p:nvPr/>
        </p:nvSpPr>
        <p:spPr>
          <a:xfrm>
            <a:off x="9442007" y="10371796"/>
            <a:ext cx="3268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Threshold Interpolation Augmentation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F7B2CCD-FD17-3AE9-F417-B6E0A9ECAC08}"/>
              </a:ext>
            </a:extLst>
          </p:cNvPr>
          <p:cNvSpPr/>
          <p:nvPr/>
        </p:nvSpPr>
        <p:spPr>
          <a:xfrm>
            <a:off x="292100" y="685800"/>
            <a:ext cx="15659100" cy="13208000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3042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29</TotalTime>
  <Words>56</Words>
  <Application>Microsoft Office PowerPoint</Application>
  <PresentationFormat>自定义</PresentationFormat>
  <Paragraphs>17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jl z</dc:creator>
  <cp:lastModifiedBy>jl z</cp:lastModifiedBy>
  <cp:revision>19</cp:revision>
  <dcterms:created xsi:type="dcterms:W3CDTF">2025-05-26T08:06:23Z</dcterms:created>
  <dcterms:modified xsi:type="dcterms:W3CDTF">2025-07-14T13:26:50Z</dcterms:modified>
</cp:coreProperties>
</file>