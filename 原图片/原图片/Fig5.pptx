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4400213" cy="203041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35" d="100"/>
          <a:sy n="35" d="100"/>
        </p:scale>
        <p:origin x="1736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3322922"/>
            <a:ext cx="12240181" cy="7068844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10664367"/>
            <a:ext cx="10800160" cy="4902129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807F-7D06-448A-854D-9AF01740F817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EE2B-F04B-489A-BACD-1270E0E5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135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807F-7D06-448A-854D-9AF01740F817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EE2B-F04B-489A-BACD-1270E0E5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300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5061937"/>
            <a:ext cx="12420184" cy="844595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13587790"/>
            <a:ext cx="12420184" cy="4441526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807F-7D06-448A-854D-9AF01740F817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EE2B-F04B-489A-BACD-1270E0E5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531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5405033"/>
            <a:ext cx="6120091" cy="128827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5405033"/>
            <a:ext cx="6120091" cy="128827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807F-7D06-448A-854D-9AF01740F817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EE2B-F04B-489A-BACD-1270E0E5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275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1081011"/>
            <a:ext cx="12420184" cy="39245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4977332"/>
            <a:ext cx="6091964" cy="2439314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7416645"/>
            <a:ext cx="6091964" cy="109087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4977332"/>
            <a:ext cx="6121966" cy="2439314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7416645"/>
            <a:ext cx="6121966" cy="109087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807F-7D06-448A-854D-9AF01740F817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EE2B-F04B-489A-BACD-1270E0E5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37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807F-7D06-448A-854D-9AF01740F817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EE2B-F04B-489A-BACD-1270E0E5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001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807F-7D06-448A-854D-9AF01740F817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EE2B-F04B-489A-BACD-1270E0E5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492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1353608"/>
            <a:ext cx="4644444" cy="4737629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2923422"/>
            <a:ext cx="7290108" cy="14429089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6091237"/>
            <a:ext cx="4644444" cy="11284771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807F-7D06-448A-854D-9AF01740F817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EE2B-F04B-489A-BACD-1270E0E5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593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1353608"/>
            <a:ext cx="4644444" cy="4737629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2923422"/>
            <a:ext cx="7290108" cy="14429089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6091237"/>
            <a:ext cx="4644444" cy="11284771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807F-7D06-448A-854D-9AF01740F817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EE2B-F04B-489A-BACD-1270E0E5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016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807F-7D06-448A-854D-9AF01740F817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EE2B-F04B-489A-BACD-1270E0E5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154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1081007"/>
            <a:ext cx="3105046" cy="1720680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1081007"/>
            <a:ext cx="9135135" cy="172068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3807F-7D06-448A-854D-9AF01740F817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EEE2B-F04B-489A-BACD-1270E0E5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079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1081011"/>
            <a:ext cx="12420184" cy="39245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5405033"/>
            <a:ext cx="12420184" cy="12882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8818920"/>
            <a:ext cx="3240048" cy="1081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3807F-7D06-448A-854D-9AF01740F817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8818920"/>
            <a:ext cx="4860072" cy="1081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8818920"/>
            <a:ext cx="3240048" cy="1081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EEE2B-F04B-489A-BACD-1270E0E5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934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剪去左右顶角 3">
            <a:extLst>
              <a:ext uri="{FF2B5EF4-FFF2-40B4-BE49-F238E27FC236}">
                <a16:creationId xmlns:a16="http://schemas.microsoft.com/office/drawing/2014/main" id="{3EB484E3-BC0C-C6E8-2752-C8425BA65A5F}"/>
              </a:ext>
            </a:extLst>
          </p:cNvPr>
          <p:cNvSpPr/>
          <p:nvPr/>
        </p:nvSpPr>
        <p:spPr>
          <a:xfrm>
            <a:off x="3845900" y="968651"/>
            <a:ext cx="1794165" cy="622572"/>
          </a:xfrm>
          <a:prstGeom prst="snip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6A10BB-8F4A-619D-93C2-F9CF06F3F757}"/>
              </a:ext>
            </a:extLst>
          </p:cNvPr>
          <p:cNvSpPr txBox="1"/>
          <p:nvPr/>
        </p:nvSpPr>
        <p:spPr>
          <a:xfrm>
            <a:off x="3950553" y="1056465"/>
            <a:ext cx="1584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</a:t>
            </a:r>
          </a:p>
        </p:txBody>
      </p:sp>
      <p:sp>
        <p:nvSpPr>
          <p:cNvPr id="9" name="立方体 8">
            <a:extLst>
              <a:ext uri="{FF2B5EF4-FFF2-40B4-BE49-F238E27FC236}">
                <a16:creationId xmlns:a16="http://schemas.microsoft.com/office/drawing/2014/main" id="{02625F24-B0B2-5E67-53A3-BB82FAA13C48}"/>
              </a:ext>
            </a:extLst>
          </p:cNvPr>
          <p:cNvSpPr/>
          <p:nvPr/>
        </p:nvSpPr>
        <p:spPr>
          <a:xfrm>
            <a:off x="3323980" y="2101072"/>
            <a:ext cx="3009897" cy="677912"/>
          </a:xfrm>
          <a:prstGeom prst="cub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30E189C-D994-5362-DE5D-1DB7B31A66BB}"/>
              </a:ext>
            </a:extLst>
          </p:cNvPr>
          <p:cNvSpPr/>
          <p:nvPr/>
        </p:nvSpPr>
        <p:spPr>
          <a:xfrm>
            <a:off x="2517622" y="3987433"/>
            <a:ext cx="2329734" cy="5461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n_way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classes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2DC8DF-A473-1760-110E-FAAA1915C94A}"/>
              </a:ext>
            </a:extLst>
          </p:cNvPr>
          <p:cNvSpPr/>
          <p:nvPr/>
        </p:nvSpPr>
        <p:spPr>
          <a:xfrm>
            <a:off x="1209048" y="3351144"/>
            <a:ext cx="7061201" cy="3857609"/>
          </a:xfrm>
          <a:prstGeom prst="rect">
            <a:avLst/>
          </a:prstGeom>
          <a:noFill/>
          <a:ln w="28575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AF17A8-CBDA-BFA9-5F90-9107C7AA34A2}"/>
              </a:ext>
            </a:extLst>
          </p:cNvPr>
          <p:cNvSpPr txBox="1"/>
          <p:nvPr/>
        </p:nvSpPr>
        <p:spPr>
          <a:xfrm>
            <a:off x="1171065" y="3340765"/>
            <a:ext cx="3190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Few-shot Episode</a:t>
            </a:r>
          </a:p>
        </p:txBody>
      </p:sp>
      <p:sp>
        <p:nvSpPr>
          <p:cNvPr id="13" name="圆柱体 12">
            <a:extLst>
              <a:ext uri="{FF2B5EF4-FFF2-40B4-BE49-F238E27FC236}">
                <a16:creationId xmlns:a16="http://schemas.microsoft.com/office/drawing/2014/main" id="{DA8ABA48-F09C-EA6C-E71C-F37858EA74C9}"/>
              </a:ext>
            </a:extLst>
          </p:cNvPr>
          <p:cNvSpPr/>
          <p:nvPr/>
        </p:nvSpPr>
        <p:spPr>
          <a:xfrm>
            <a:off x="5410267" y="3924509"/>
            <a:ext cx="1796857" cy="672035"/>
          </a:xfrm>
          <a:prstGeom prst="can">
            <a:avLst>
              <a:gd name="adj" fmla="val 18866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k_shot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q_query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28AB1A-A0FD-BAA4-AB53-0056BDF72549}"/>
              </a:ext>
            </a:extLst>
          </p:cNvPr>
          <p:cNvSpPr/>
          <p:nvPr/>
        </p:nvSpPr>
        <p:spPr>
          <a:xfrm>
            <a:off x="2381308" y="4963545"/>
            <a:ext cx="2602369" cy="1086828"/>
          </a:xfrm>
          <a:prstGeom prst="rect">
            <a:avLst/>
          </a:prstGeom>
          <a:noFill/>
          <a:ln w="28575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8E24732-03AB-9EED-FB53-92B646A0E3AF}"/>
              </a:ext>
            </a:extLst>
          </p:cNvPr>
          <p:cNvSpPr/>
          <p:nvPr/>
        </p:nvSpPr>
        <p:spPr>
          <a:xfrm>
            <a:off x="3003223" y="6492610"/>
            <a:ext cx="1358537" cy="52577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Episode</a:t>
            </a:r>
          </a:p>
        </p:txBody>
      </p:sp>
      <p:sp>
        <p:nvSpPr>
          <p:cNvPr id="16" name="圆柱体 15">
            <a:extLst>
              <a:ext uri="{FF2B5EF4-FFF2-40B4-BE49-F238E27FC236}">
                <a16:creationId xmlns:a16="http://schemas.microsoft.com/office/drawing/2014/main" id="{6D10BEC2-C71F-6957-5664-D593CC7573EF}"/>
              </a:ext>
            </a:extLst>
          </p:cNvPr>
          <p:cNvSpPr/>
          <p:nvPr/>
        </p:nvSpPr>
        <p:spPr>
          <a:xfrm>
            <a:off x="2613666" y="5187400"/>
            <a:ext cx="928561" cy="666127"/>
          </a:xfrm>
          <a:prstGeom prst="can">
            <a:avLst>
              <a:gd name="adj" fmla="val 1915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Sets 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5F5276-C5EC-6648-75F4-54D0A3A8667D}"/>
              </a:ext>
            </a:extLst>
          </p:cNvPr>
          <p:cNvSpPr txBox="1"/>
          <p:nvPr/>
        </p:nvSpPr>
        <p:spPr>
          <a:xfrm>
            <a:off x="5333008" y="5130525"/>
            <a:ext cx="975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圆柱体 20">
            <a:extLst>
              <a:ext uri="{FF2B5EF4-FFF2-40B4-BE49-F238E27FC236}">
                <a16:creationId xmlns:a16="http://schemas.microsoft.com/office/drawing/2014/main" id="{903F9F88-0103-1447-95A4-8A5617027BEE}"/>
              </a:ext>
            </a:extLst>
          </p:cNvPr>
          <p:cNvSpPr/>
          <p:nvPr/>
        </p:nvSpPr>
        <p:spPr>
          <a:xfrm>
            <a:off x="3818097" y="5187400"/>
            <a:ext cx="928561" cy="666127"/>
          </a:xfrm>
          <a:prstGeom prst="can">
            <a:avLst>
              <a:gd name="adj" fmla="val 20112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Sets 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立方体 21">
            <a:extLst>
              <a:ext uri="{FF2B5EF4-FFF2-40B4-BE49-F238E27FC236}">
                <a16:creationId xmlns:a16="http://schemas.microsoft.com/office/drawing/2014/main" id="{266512B0-831E-CE60-082B-7E1F87FCA623}"/>
              </a:ext>
            </a:extLst>
          </p:cNvPr>
          <p:cNvSpPr/>
          <p:nvPr/>
        </p:nvSpPr>
        <p:spPr>
          <a:xfrm>
            <a:off x="2247476" y="7748471"/>
            <a:ext cx="5178315" cy="774476"/>
          </a:xfrm>
          <a:prstGeom prst="cub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Feature Fusion Network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立方体 22">
            <a:extLst>
              <a:ext uri="{FF2B5EF4-FFF2-40B4-BE49-F238E27FC236}">
                <a16:creationId xmlns:a16="http://schemas.microsoft.com/office/drawing/2014/main" id="{A1061A54-0196-19C7-E9E0-A1F4A7168499}"/>
              </a:ext>
            </a:extLst>
          </p:cNvPr>
          <p:cNvSpPr/>
          <p:nvPr/>
        </p:nvSpPr>
        <p:spPr>
          <a:xfrm>
            <a:off x="2836464" y="9146523"/>
            <a:ext cx="3984927" cy="774476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Multiple Prototype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11F52F19-EEAE-967F-5A60-0012151DBC2F}"/>
                  </a:ext>
                </a:extLst>
              </p:cNvPr>
              <p:cNvSpPr/>
              <p:nvPr/>
            </p:nvSpPr>
            <p:spPr>
              <a:xfrm>
                <a:off x="1329382" y="10608770"/>
                <a:ext cx="6805470" cy="1109133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Weighted Loss Summation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=1.0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pr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𝑜𝑡𝑜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0.5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𝑡𝑟𝑖𝑝𝑙𝑒𝑡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+0.2∙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𝑎𝑙𝑖𝑔𝑛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11F52F19-EEAE-967F-5A60-0012151DBC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382" y="10608770"/>
                <a:ext cx="6805470" cy="110913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左大括号 24">
            <a:extLst>
              <a:ext uri="{FF2B5EF4-FFF2-40B4-BE49-F238E27FC236}">
                <a16:creationId xmlns:a16="http://schemas.microsoft.com/office/drawing/2014/main" id="{963ED52A-6A45-B600-4019-BAB821900190}"/>
              </a:ext>
            </a:extLst>
          </p:cNvPr>
          <p:cNvSpPr/>
          <p:nvPr/>
        </p:nvSpPr>
        <p:spPr>
          <a:xfrm>
            <a:off x="8163727" y="10247775"/>
            <a:ext cx="393786" cy="1811867"/>
          </a:xfrm>
          <a:prstGeom prst="leftBrace">
            <a:avLst>
              <a:gd name="adj1" fmla="val 31190"/>
              <a:gd name="adj2" fmla="val 50000"/>
            </a:avLst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3B269D15-78AB-99F5-55F0-68B4E92A80AE}"/>
                  </a:ext>
                </a:extLst>
              </p:cNvPr>
              <p:cNvSpPr/>
              <p:nvPr/>
            </p:nvSpPr>
            <p:spPr>
              <a:xfrm>
                <a:off x="8805919" y="10038224"/>
                <a:ext cx="3852419" cy="4191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Multi-prototype Classification Loss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pr</m:t>
                        </m:r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𝑜𝑡𝑜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3B269D15-78AB-99F5-55F0-68B4E92A8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5919" y="10038224"/>
                <a:ext cx="3852419" cy="419100"/>
              </a:xfrm>
              <a:prstGeom prst="rect">
                <a:avLst/>
              </a:prstGeom>
              <a:blipFill>
                <a:blip r:embed="rId3"/>
                <a:stretch>
                  <a:fillRect l="-474" r="-316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EA4AEA7E-BE0F-0568-3958-C5BC2878E582}"/>
                  </a:ext>
                </a:extLst>
              </p:cNvPr>
              <p:cNvSpPr/>
              <p:nvPr/>
            </p:nvSpPr>
            <p:spPr>
              <a:xfrm>
                <a:off x="8805919" y="11850091"/>
                <a:ext cx="2963419" cy="4191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Anchor Alignment Loss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𝑎𝑙𝑖𝑔𝑛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EA4AEA7E-BE0F-0568-3958-C5BC2878E5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5919" y="11850091"/>
                <a:ext cx="2963419" cy="419100"/>
              </a:xfrm>
              <a:prstGeom prst="rect">
                <a:avLst/>
              </a:prstGeom>
              <a:blipFill>
                <a:blip r:embed="rId4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EAAB0287-A998-856A-C416-51A2B0892B82}"/>
                  </a:ext>
                </a:extLst>
              </p:cNvPr>
              <p:cNvSpPr/>
              <p:nvPr/>
            </p:nvSpPr>
            <p:spPr>
              <a:xfrm>
                <a:off x="8805919" y="10950507"/>
                <a:ext cx="3136901" cy="4191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Batch-Hard Triplet Loss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𝑡𝑟𝑖𝑝𝑙𝑒𝑡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EAAB0287-A998-856A-C416-51A2B0892B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5919" y="10950507"/>
                <a:ext cx="3136901" cy="419100"/>
              </a:xfrm>
              <a:prstGeom prst="rect">
                <a:avLst/>
              </a:prstGeom>
              <a:blipFill>
                <a:blip r:embed="rId5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F708821-AB48-1F08-01C2-597D2AF379FF}"/>
              </a:ext>
            </a:extLst>
          </p:cNvPr>
          <p:cNvSpPr/>
          <p:nvPr/>
        </p:nvSpPr>
        <p:spPr>
          <a:xfrm>
            <a:off x="2739654" y="12360179"/>
            <a:ext cx="3984926" cy="75996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Backpropagation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3B2B5A1C-DA04-EB7C-FF87-20E05CC34CA8}"/>
              </a:ext>
            </a:extLst>
          </p:cNvPr>
          <p:cNvSpPr/>
          <p:nvPr/>
        </p:nvSpPr>
        <p:spPr>
          <a:xfrm>
            <a:off x="3062494" y="13720862"/>
            <a:ext cx="3339247" cy="61587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Optimizer Update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EB977F15-4B01-C8C5-218B-20F953A91871}"/>
              </a:ext>
            </a:extLst>
          </p:cNvPr>
          <p:cNvCxnSpPr>
            <a:cxnSpLocks/>
            <a:stCxn id="4" idx="1"/>
            <a:endCxn id="9" idx="1"/>
          </p:cNvCxnSpPr>
          <p:nvPr/>
        </p:nvCxnSpPr>
        <p:spPr>
          <a:xfrm>
            <a:off x="4742983" y="1591224"/>
            <a:ext cx="1207" cy="679327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9436919-CF61-8EB0-481F-626927E7375F}"/>
              </a:ext>
            </a:extLst>
          </p:cNvPr>
          <p:cNvCxnSpPr>
            <a:cxnSpLocks/>
            <a:stCxn id="9" idx="3"/>
            <a:endCxn id="11" idx="0"/>
          </p:cNvCxnSpPr>
          <p:nvPr/>
        </p:nvCxnSpPr>
        <p:spPr>
          <a:xfrm flipH="1">
            <a:off x="4739649" y="2778985"/>
            <a:ext cx="4541" cy="572159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F6721331-1C19-E5BC-7F9C-298680EA2B61}"/>
              </a:ext>
            </a:extLst>
          </p:cNvPr>
          <p:cNvCxnSpPr>
            <a:cxnSpLocks/>
            <a:stCxn id="10" idx="3"/>
            <a:endCxn id="13" idx="2"/>
          </p:cNvCxnSpPr>
          <p:nvPr/>
        </p:nvCxnSpPr>
        <p:spPr>
          <a:xfrm flipV="1">
            <a:off x="4847356" y="4260527"/>
            <a:ext cx="562910" cy="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C2CBDED5-DEE8-42AE-769D-FA5AF5B3DC0B}"/>
              </a:ext>
            </a:extLst>
          </p:cNvPr>
          <p:cNvCxnSpPr>
            <a:cxnSpLocks/>
            <a:stCxn id="13" idx="3"/>
            <a:endCxn id="14" idx="3"/>
          </p:cNvCxnSpPr>
          <p:nvPr/>
        </p:nvCxnSpPr>
        <p:spPr>
          <a:xfrm rot="5400000">
            <a:off x="5190978" y="4389243"/>
            <a:ext cx="910416" cy="1325019"/>
          </a:xfrm>
          <a:prstGeom prst="bentConnector2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E167083-43B1-CC5A-D678-EEB22A361332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3682492" y="6050373"/>
            <a:ext cx="1" cy="442236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98CB30C2-AFD4-7D10-6CDD-F4A32287EE39}"/>
              </a:ext>
            </a:extLst>
          </p:cNvPr>
          <p:cNvCxnSpPr>
            <a:cxnSpLocks/>
            <a:stCxn id="11" idx="2"/>
            <a:endCxn id="22" idx="1"/>
          </p:cNvCxnSpPr>
          <p:nvPr/>
        </p:nvCxnSpPr>
        <p:spPr>
          <a:xfrm>
            <a:off x="4739649" y="7208752"/>
            <a:ext cx="175" cy="733338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80FA7A28-C65F-1DFA-88A2-8B432B68B838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H="1">
            <a:off x="4732117" y="8522948"/>
            <a:ext cx="7706" cy="817195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菱形 51">
            <a:extLst>
              <a:ext uri="{FF2B5EF4-FFF2-40B4-BE49-F238E27FC236}">
                <a16:creationId xmlns:a16="http://schemas.microsoft.com/office/drawing/2014/main" id="{8C3639C5-B6AB-C9E2-CDBF-E157870466AA}"/>
              </a:ext>
            </a:extLst>
          </p:cNvPr>
          <p:cNvSpPr/>
          <p:nvPr/>
        </p:nvSpPr>
        <p:spPr>
          <a:xfrm>
            <a:off x="2527237" y="14908895"/>
            <a:ext cx="4409758" cy="866274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 &lt; </a:t>
            </a:r>
            <a:r>
              <a:rPr lang="en-US" altLang="zh-C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num_episodes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D189D789-4D76-3F4C-592B-A254B8A013F2}"/>
              </a:ext>
            </a:extLst>
          </p:cNvPr>
          <p:cNvCxnSpPr>
            <a:cxnSpLocks/>
            <a:stCxn id="23" idx="3"/>
            <a:endCxn id="24" idx="0"/>
          </p:cNvCxnSpPr>
          <p:nvPr/>
        </p:nvCxnSpPr>
        <p:spPr>
          <a:xfrm>
            <a:off x="4732117" y="9920999"/>
            <a:ext cx="0" cy="68777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5ED7363B-BB7C-83B5-1BC7-B81CFD4D48DA}"/>
              </a:ext>
            </a:extLst>
          </p:cNvPr>
          <p:cNvCxnSpPr>
            <a:cxnSpLocks/>
            <a:stCxn id="24" idx="2"/>
            <a:endCxn id="33" idx="0"/>
          </p:cNvCxnSpPr>
          <p:nvPr/>
        </p:nvCxnSpPr>
        <p:spPr>
          <a:xfrm>
            <a:off x="4732117" y="11717903"/>
            <a:ext cx="0" cy="642277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5EF16F66-E1E6-7592-D28A-8568D61DC045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>
            <a:off x="4732117" y="13120140"/>
            <a:ext cx="0" cy="600723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5286C72D-2EC3-EFE8-3A91-06793552EE0E}"/>
              </a:ext>
            </a:extLst>
          </p:cNvPr>
          <p:cNvCxnSpPr>
            <a:cxnSpLocks/>
            <a:stCxn id="34" idx="2"/>
            <a:endCxn id="52" idx="0"/>
          </p:cNvCxnSpPr>
          <p:nvPr/>
        </p:nvCxnSpPr>
        <p:spPr>
          <a:xfrm flipH="1">
            <a:off x="4732117" y="14336737"/>
            <a:ext cx="1" cy="572159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04726E92-F3BD-5857-6D6D-383ACF73C8E8}"/>
              </a:ext>
            </a:extLst>
          </p:cNvPr>
          <p:cNvCxnSpPr>
            <a:cxnSpLocks/>
            <a:stCxn id="52" idx="2"/>
            <a:endCxn id="11" idx="3"/>
          </p:cNvCxnSpPr>
          <p:nvPr/>
        </p:nvCxnSpPr>
        <p:spPr>
          <a:xfrm rot="5400000" flipH="1" flipV="1">
            <a:off x="1253572" y="8758493"/>
            <a:ext cx="10495221" cy="3538132"/>
          </a:xfrm>
          <a:prstGeom prst="bentConnector4">
            <a:avLst>
              <a:gd name="adj1" fmla="val -3711"/>
              <a:gd name="adj2" fmla="val 238194"/>
            </a:avLst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12A570CC-6B95-481D-7194-525C4A503C69}"/>
              </a:ext>
            </a:extLst>
          </p:cNvPr>
          <p:cNvCxnSpPr>
            <a:cxnSpLocks/>
            <a:stCxn id="52" idx="2"/>
          </p:cNvCxnSpPr>
          <p:nvPr/>
        </p:nvCxnSpPr>
        <p:spPr>
          <a:xfrm flipH="1">
            <a:off x="4732114" y="15775169"/>
            <a:ext cx="2" cy="92248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5E663D64-A4D1-6129-790D-336A685472CE}"/>
              </a:ext>
            </a:extLst>
          </p:cNvPr>
          <p:cNvSpPr/>
          <p:nvPr/>
        </p:nvSpPr>
        <p:spPr>
          <a:xfrm>
            <a:off x="3578221" y="16697651"/>
            <a:ext cx="2307786" cy="82748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 Model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E2ECF7-E5F9-A147-CF8E-CBD3082A1F69}"/>
              </a:ext>
            </a:extLst>
          </p:cNvPr>
          <p:cNvSpPr/>
          <p:nvPr/>
        </p:nvSpPr>
        <p:spPr>
          <a:xfrm>
            <a:off x="208724" y="329184"/>
            <a:ext cx="14001052" cy="1900629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974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213</TotalTime>
  <Words>77</Words>
  <Application>Microsoft Office PowerPoint</Application>
  <PresentationFormat>自定义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jl z</dc:creator>
  <cp:lastModifiedBy>jl z</cp:lastModifiedBy>
  <cp:revision>29</cp:revision>
  <dcterms:created xsi:type="dcterms:W3CDTF">2025-05-26T08:53:46Z</dcterms:created>
  <dcterms:modified xsi:type="dcterms:W3CDTF">2025-07-14T13:32:26Z</dcterms:modified>
</cp:coreProperties>
</file>